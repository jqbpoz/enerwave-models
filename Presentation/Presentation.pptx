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1" r:id="rId4"/>
    <p:sldId id="258" r:id="rId5"/>
    <p:sldId id="262" r:id="rId6"/>
    <p:sldId id="260" r:id="rId7"/>
    <p:sldId id="263" r:id="rId8"/>
    <p:sldId id="264" r:id="rId9"/>
    <p:sldId id="268" r:id="rId10"/>
    <p:sldId id="273" r:id="rId11"/>
    <p:sldId id="272" r:id="rId12"/>
    <p:sldId id="266" r:id="rId13"/>
    <p:sldId id="267" r:id="rId14"/>
    <p:sldId id="269" r:id="rId15"/>
    <p:sldId id="274" r:id="rId16"/>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5A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14BAB7-F90E-0169-D710-3EF369281E3D}" v="607" dt="2025-01-21T17:52:07.276"/>
    <p1510:client id="{404D7C80-D225-CBEF-B664-E1EF6063FDC4}" v="3" dt="2025-01-22T09:20:57.521"/>
    <p1510:client id="{CE4A97C1-88DF-4C01-9E0C-C83D769B4407}" v="1780" dt="2025-01-21T17:43:57.046"/>
    <p1510:client id="{D9ED4361-EEAE-661B-BA7B-45ED69EAFC10}" v="171" dt="2025-01-21T17:52:12.293"/>
  </p1510:revLst>
</p1510:revInfo>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eta Młynarczyk" userId="S::aneta.mlynarczyk@student.uj.edu.pl::aaeb08f4-d6fc-4bf2-a02c-99e7ea520122" providerId="AD" clId="Web-{0D14BAB7-F90E-0169-D710-3EF369281E3D}"/>
    <pc:docChg chg="addSld modSld">
      <pc:chgData name="Aneta Młynarczyk" userId="S::aneta.mlynarczyk@student.uj.edu.pl::aaeb08f4-d6fc-4bf2-a02c-99e7ea520122" providerId="AD" clId="Web-{0D14BAB7-F90E-0169-D710-3EF369281E3D}" dt="2025-01-21T17:52:07.276" v="509" actId="20577"/>
      <pc:docMkLst>
        <pc:docMk/>
      </pc:docMkLst>
      <pc:sldChg chg="modSp">
        <pc:chgData name="Aneta Młynarczyk" userId="S::aneta.mlynarczyk@student.uj.edu.pl::aaeb08f4-d6fc-4bf2-a02c-99e7ea520122" providerId="AD" clId="Web-{0D14BAB7-F90E-0169-D710-3EF369281E3D}" dt="2025-01-21T16:43:32.378" v="309"/>
        <pc:sldMkLst>
          <pc:docMk/>
          <pc:sldMk cId="4102060484" sldId="259"/>
        </pc:sldMkLst>
        <pc:graphicFrameChg chg="modGraphic">
          <ac:chgData name="Aneta Młynarczyk" userId="S::aneta.mlynarczyk@student.uj.edu.pl::aaeb08f4-d6fc-4bf2-a02c-99e7ea520122" providerId="AD" clId="Web-{0D14BAB7-F90E-0169-D710-3EF369281E3D}" dt="2025-01-21T16:43:32.378" v="309"/>
          <ac:graphicFrameMkLst>
            <pc:docMk/>
            <pc:sldMk cId="4102060484" sldId="259"/>
            <ac:graphicFrameMk id="3" creationId="{53B0EBE2-9EAA-E665-2E18-05F4D49AFDFC}"/>
          </ac:graphicFrameMkLst>
        </pc:graphicFrameChg>
      </pc:sldChg>
      <pc:sldChg chg="modSp">
        <pc:chgData name="Aneta Młynarczyk" userId="S::aneta.mlynarczyk@student.uj.edu.pl::aaeb08f4-d6fc-4bf2-a02c-99e7ea520122" providerId="AD" clId="Web-{0D14BAB7-F90E-0169-D710-3EF369281E3D}" dt="2025-01-21T17:52:07.276" v="509" actId="20577"/>
        <pc:sldMkLst>
          <pc:docMk/>
          <pc:sldMk cId="2180608542" sldId="268"/>
        </pc:sldMkLst>
        <pc:spChg chg="mod">
          <ac:chgData name="Aneta Młynarczyk" userId="S::aneta.mlynarczyk@student.uj.edu.pl::aaeb08f4-d6fc-4bf2-a02c-99e7ea520122" providerId="AD" clId="Web-{0D14BAB7-F90E-0169-D710-3EF369281E3D}" dt="2025-01-21T17:05:49.124" v="337" actId="20577"/>
          <ac:spMkLst>
            <pc:docMk/>
            <pc:sldMk cId="2180608542" sldId="268"/>
            <ac:spMk id="2" creationId="{716C0578-ACF1-C953-EA4E-F43617BBE11D}"/>
          </ac:spMkLst>
        </pc:spChg>
        <pc:spChg chg="mod">
          <ac:chgData name="Aneta Młynarczyk" userId="S::aneta.mlynarczyk@student.uj.edu.pl::aaeb08f4-d6fc-4bf2-a02c-99e7ea520122" providerId="AD" clId="Web-{0D14BAB7-F90E-0169-D710-3EF369281E3D}" dt="2025-01-21T17:52:07.276" v="509" actId="20577"/>
          <ac:spMkLst>
            <pc:docMk/>
            <pc:sldMk cId="2180608542" sldId="268"/>
            <ac:spMk id="3" creationId="{0F6187CB-6092-A675-7086-38BEBC60A36A}"/>
          </ac:spMkLst>
        </pc:spChg>
      </pc:sldChg>
      <pc:sldChg chg="modSp">
        <pc:chgData name="Aneta Młynarczyk" userId="S::aneta.mlynarczyk@student.uj.edu.pl::aaeb08f4-d6fc-4bf2-a02c-99e7ea520122" providerId="AD" clId="Web-{0D14BAB7-F90E-0169-D710-3EF369281E3D}" dt="2025-01-21T17:13:22.779" v="499"/>
        <pc:sldMkLst>
          <pc:docMk/>
          <pc:sldMk cId="1978873446" sldId="269"/>
        </pc:sldMkLst>
        <pc:graphicFrameChg chg="mod modGraphic">
          <ac:chgData name="Aneta Młynarczyk" userId="S::aneta.mlynarczyk@student.uj.edu.pl::aaeb08f4-d6fc-4bf2-a02c-99e7ea520122" providerId="AD" clId="Web-{0D14BAB7-F90E-0169-D710-3EF369281E3D}" dt="2025-01-21T17:13:22.779" v="499"/>
          <ac:graphicFrameMkLst>
            <pc:docMk/>
            <pc:sldMk cId="1978873446" sldId="269"/>
            <ac:graphicFrameMk id="4" creationId="{EC022916-FBB8-CEB3-8F32-F5479001EBEE}"/>
          </ac:graphicFrameMkLst>
        </pc:graphicFrameChg>
      </pc:sldChg>
      <pc:sldChg chg="addSp delSp modSp new mod setBg modNotes">
        <pc:chgData name="Aneta Młynarczyk" userId="S::aneta.mlynarczyk@student.uj.edu.pl::aaeb08f4-d6fc-4bf2-a02c-99e7ea520122" providerId="AD" clId="Web-{0D14BAB7-F90E-0169-D710-3EF369281E3D}" dt="2025-01-21T17:02:33.658" v="313"/>
        <pc:sldMkLst>
          <pc:docMk/>
          <pc:sldMk cId="2380601116" sldId="271"/>
        </pc:sldMkLst>
        <pc:spChg chg="del">
          <ac:chgData name="Aneta Młynarczyk" userId="S::aneta.mlynarczyk@student.uj.edu.pl::aaeb08f4-d6fc-4bf2-a02c-99e7ea520122" providerId="AD" clId="Web-{0D14BAB7-F90E-0169-D710-3EF369281E3D}" dt="2025-01-21T16:32:38.194" v="186"/>
          <ac:spMkLst>
            <pc:docMk/>
            <pc:sldMk cId="2380601116" sldId="271"/>
            <ac:spMk id="2" creationId="{F042E872-3775-2102-4438-94E2D46A18AD}"/>
          </ac:spMkLst>
        </pc:spChg>
        <pc:spChg chg="del mod">
          <ac:chgData name="Aneta Młynarczyk" userId="S::aneta.mlynarczyk@student.uj.edu.pl::aaeb08f4-d6fc-4bf2-a02c-99e7ea520122" providerId="AD" clId="Web-{0D14BAB7-F90E-0169-D710-3EF369281E3D}" dt="2025-01-21T16:24:59.679" v="40"/>
          <ac:spMkLst>
            <pc:docMk/>
            <pc:sldMk cId="2380601116" sldId="271"/>
            <ac:spMk id="3" creationId="{9B565209-52B1-97CE-97F1-FF257CB952F2}"/>
          </ac:spMkLst>
        </pc:spChg>
        <pc:spChg chg="add del mod">
          <ac:chgData name="Aneta Młynarczyk" userId="S::aneta.mlynarczyk@student.uj.edu.pl::aaeb08f4-d6fc-4bf2-a02c-99e7ea520122" providerId="AD" clId="Web-{0D14BAB7-F90E-0169-D710-3EF369281E3D}" dt="2025-01-21T16:25:25.368" v="52"/>
          <ac:spMkLst>
            <pc:docMk/>
            <pc:sldMk cId="2380601116" sldId="271"/>
            <ac:spMk id="9" creationId="{BB355FA9-E3C2-3371-5E8D-B107AD88C4EF}"/>
          </ac:spMkLst>
        </pc:spChg>
        <pc:spChg chg="add del mod">
          <ac:chgData name="Aneta Młynarczyk" userId="S::aneta.mlynarczyk@student.uj.edu.pl::aaeb08f4-d6fc-4bf2-a02c-99e7ea520122" providerId="AD" clId="Web-{0D14BAB7-F90E-0169-D710-3EF369281E3D}" dt="2025-01-21T16:32:51.382" v="193"/>
          <ac:spMkLst>
            <pc:docMk/>
            <pc:sldMk cId="2380601116" sldId="271"/>
            <ac:spMk id="13" creationId="{066746F9-C3A9-E25E-9DB1-0D16A7886BD9}"/>
          </ac:spMkLst>
        </pc:spChg>
        <pc:spChg chg="add del mod">
          <ac:chgData name="Aneta Młynarczyk" userId="S::aneta.mlynarczyk@student.uj.edu.pl::aaeb08f4-d6fc-4bf2-a02c-99e7ea520122" providerId="AD" clId="Web-{0D14BAB7-F90E-0169-D710-3EF369281E3D}" dt="2025-01-21T16:35:45.972" v="236"/>
          <ac:spMkLst>
            <pc:docMk/>
            <pc:sldMk cId="2380601116" sldId="271"/>
            <ac:spMk id="15" creationId="{37A2C835-D222-4906-2B31-9C271DE7FEAC}"/>
          </ac:spMkLst>
        </pc:spChg>
        <pc:spChg chg="add del mod">
          <ac:chgData name="Aneta Młynarczyk" userId="S::aneta.mlynarczyk@student.uj.edu.pl::aaeb08f4-d6fc-4bf2-a02c-99e7ea520122" providerId="AD" clId="Web-{0D14BAB7-F90E-0169-D710-3EF369281E3D}" dt="2025-01-21T16:35:45.972" v="235"/>
          <ac:spMkLst>
            <pc:docMk/>
            <pc:sldMk cId="2380601116" sldId="271"/>
            <ac:spMk id="17" creationId="{AD922B7E-D87D-C2F1-500B-4CAF03AD5E08}"/>
          </ac:spMkLst>
        </pc:spChg>
        <pc:spChg chg="add mod">
          <ac:chgData name="Aneta Młynarczyk" userId="S::aneta.mlynarczyk@student.uj.edu.pl::aaeb08f4-d6fc-4bf2-a02c-99e7ea520122" providerId="AD" clId="Web-{0D14BAB7-F90E-0169-D710-3EF369281E3D}" dt="2025-01-21T16:36:25.365" v="243" actId="14100"/>
          <ac:spMkLst>
            <pc:docMk/>
            <pc:sldMk cId="2380601116" sldId="271"/>
            <ac:spMk id="19" creationId="{402129B2-8E26-F05D-AE99-28B1F4FB3161}"/>
          </ac:spMkLst>
        </pc:spChg>
        <pc:spChg chg="add mod">
          <ac:chgData name="Aneta Młynarczyk" userId="S::aneta.mlynarczyk@student.uj.edu.pl::aaeb08f4-d6fc-4bf2-a02c-99e7ea520122" providerId="AD" clId="Web-{0D14BAB7-F90E-0169-D710-3EF369281E3D}" dt="2025-01-21T16:41:15.213" v="306" actId="20577"/>
          <ac:spMkLst>
            <pc:docMk/>
            <pc:sldMk cId="2380601116" sldId="271"/>
            <ac:spMk id="21" creationId="{AAE0E2BE-E91F-0678-2781-5A608ECE91AE}"/>
          </ac:spMkLst>
        </pc:spChg>
        <pc:graphicFrameChg chg="add mod modGraphic">
          <ac:chgData name="Aneta Młynarczyk" userId="S::aneta.mlynarczyk@student.uj.edu.pl::aaeb08f4-d6fc-4bf2-a02c-99e7ea520122" providerId="AD" clId="Web-{0D14BAB7-F90E-0169-D710-3EF369281E3D}" dt="2025-01-21T16:36:44.663" v="246" actId="1076"/>
          <ac:graphicFrameMkLst>
            <pc:docMk/>
            <pc:sldMk cId="2380601116" sldId="271"/>
            <ac:graphicFrameMk id="7" creationId="{8EDCDBC7-4376-27CC-8DBF-2347DB53A229}"/>
          </ac:graphicFrameMkLst>
        </pc:graphicFrameChg>
        <pc:picChg chg="add del mod ord">
          <ac:chgData name="Aneta Młynarczyk" userId="S::aneta.mlynarczyk@student.uj.edu.pl::aaeb08f4-d6fc-4bf2-a02c-99e7ea520122" providerId="AD" clId="Web-{0D14BAB7-F90E-0169-D710-3EF369281E3D}" dt="2025-01-21T16:32:42.257" v="188"/>
          <ac:picMkLst>
            <pc:docMk/>
            <pc:sldMk cId="2380601116" sldId="271"/>
            <ac:picMk id="4" creationId="{61909492-C94B-8FB4-0C75-F87E4E38082C}"/>
          </ac:picMkLst>
        </pc:picChg>
        <pc:picChg chg="add del mod">
          <ac:chgData name="Aneta Młynarczyk" userId="S::aneta.mlynarczyk@student.uj.edu.pl::aaeb08f4-d6fc-4bf2-a02c-99e7ea520122" providerId="AD" clId="Web-{0D14BAB7-F90E-0169-D710-3EF369281E3D}" dt="2025-01-21T16:25:13.727" v="44"/>
          <ac:picMkLst>
            <pc:docMk/>
            <pc:sldMk cId="2380601116" sldId="271"/>
            <ac:picMk id="5" creationId="{9A6958C7-20C4-29E0-F3CD-DF1C85C7F700}"/>
          </ac:picMkLst>
        </pc:picChg>
        <pc:picChg chg="add del mod">
          <ac:chgData name="Aneta Młynarczyk" userId="S::aneta.mlynarczyk@student.uj.edu.pl::aaeb08f4-d6fc-4bf2-a02c-99e7ea520122" providerId="AD" clId="Web-{0D14BAB7-F90E-0169-D710-3EF369281E3D}" dt="2025-01-21T16:32:33.662" v="185"/>
          <ac:picMkLst>
            <pc:docMk/>
            <pc:sldMk cId="2380601116" sldId="271"/>
            <ac:picMk id="11" creationId="{016EB10B-1FE2-4028-CDD3-641B5BB2CF42}"/>
          </ac:picMkLst>
        </pc:picChg>
      </pc:sldChg>
      <pc:sldChg chg="addSp delSp modSp new mod setBg modNotes">
        <pc:chgData name="Aneta Młynarczyk" userId="S::aneta.mlynarczyk@student.uj.edu.pl::aaeb08f4-d6fc-4bf2-a02c-99e7ea520122" providerId="AD" clId="Web-{0D14BAB7-F90E-0169-D710-3EF369281E3D}" dt="2025-01-21T17:04:02.742" v="329"/>
        <pc:sldMkLst>
          <pc:docMk/>
          <pc:sldMk cId="2174545304" sldId="272"/>
        </pc:sldMkLst>
        <pc:spChg chg="del">
          <ac:chgData name="Aneta Młynarczyk" userId="S::aneta.mlynarczyk@student.uj.edu.pl::aaeb08f4-d6fc-4bf2-a02c-99e7ea520122" providerId="AD" clId="Web-{0D14BAB7-F90E-0169-D710-3EF369281E3D}" dt="2025-01-21T17:00:58.245" v="312"/>
          <ac:spMkLst>
            <pc:docMk/>
            <pc:sldMk cId="2174545304" sldId="272"/>
            <ac:spMk id="2" creationId="{CAC8EAA9-4418-61FE-BD61-507C6F993659}"/>
          </ac:spMkLst>
        </pc:spChg>
        <pc:spChg chg="del">
          <ac:chgData name="Aneta Młynarczyk" userId="S::aneta.mlynarczyk@student.uj.edu.pl::aaeb08f4-d6fc-4bf2-a02c-99e7ea520122" providerId="AD" clId="Web-{0D14BAB7-F90E-0169-D710-3EF369281E3D}" dt="2025-01-21T17:00:54.792" v="311"/>
          <ac:spMkLst>
            <pc:docMk/>
            <pc:sldMk cId="2174545304" sldId="272"/>
            <ac:spMk id="3" creationId="{16C8984E-AA4D-9420-53FD-F2B8FDB8CEE9}"/>
          </ac:spMkLst>
        </pc:spChg>
        <pc:picChg chg="add mod ord">
          <ac:chgData name="Aneta Młynarczyk" userId="S::aneta.mlynarczyk@student.uj.edu.pl::aaeb08f4-d6fc-4bf2-a02c-99e7ea520122" providerId="AD" clId="Web-{0D14BAB7-F90E-0169-D710-3EF369281E3D}" dt="2025-01-21T17:00:58.245" v="312"/>
          <ac:picMkLst>
            <pc:docMk/>
            <pc:sldMk cId="2174545304" sldId="272"/>
            <ac:picMk id="4" creationId="{D907A430-DB87-1010-5AC2-2B46EAE38D9C}"/>
          </ac:picMkLst>
        </pc:picChg>
      </pc:sldChg>
      <pc:sldChg chg="addSp delSp modSp new mod setBg">
        <pc:chgData name="Aneta Młynarczyk" userId="S::aneta.mlynarczyk@student.uj.edu.pl::aaeb08f4-d6fc-4bf2-a02c-99e7ea520122" providerId="AD" clId="Web-{0D14BAB7-F90E-0169-D710-3EF369281E3D}" dt="2025-01-21T16:41:19.557" v="308" actId="1076"/>
        <pc:sldMkLst>
          <pc:docMk/>
          <pc:sldMk cId="3440902765" sldId="272"/>
        </pc:sldMkLst>
        <pc:spChg chg="add del">
          <ac:chgData name="Aneta Młynarczyk" userId="S::aneta.mlynarczyk@student.uj.edu.pl::aaeb08f4-d6fc-4bf2-a02c-99e7ea520122" providerId="AD" clId="Web-{0D14BAB7-F90E-0169-D710-3EF369281E3D}" dt="2025-01-21T16:33:10.352" v="196"/>
          <ac:spMkLst>
            <pc:docMk/>
            <pc:sldMk cId="3440902765" sldId="272"/>
            <ac:spMk id="2" creationId="{31C48488-C1EB-6176-3F83-0CB01480681E}"/>
          </ac:spMkLst>
        </pc:spChg>
        <pc:spChg chg="add del">
          <ac:chgData name="Aneta Młynarczyk" userId="S::aneta.mlynarczyk@student.uj.edu.pl::aaeb08f4-d6fc-4bf2-a02c-99e7ea520122" providerId="AD" clId="Web-{0D14BAB7-F90E-0169-D710-3EF369281E3D}" dt="2025-01-21T16:33:10.352" v="196"/>
          <ac:spMkLst>
            <pc:docMk/>
            <pc:sldMk cId="3440902765" sldId="272"/>
            <ac:spMk id="3" creationId="{39EAA668-2BB6-FFB0-6453-705528F57678}"/>
          </ac:spMkLst>
        </pc:spChg>
        <pc:spChg chg="add del">
          <ac:chgData name="Aneta Młynarczyk" userId="S::aneta.mlynarczyk@student.uj.edu.pl::aaeb08f4-d6fc-4bf2-a02c-99e7ea520122" providerId="AD" clId="Web-{0D14BAB7-F90E-0169-D710-3EF369281E3D}" dt="2025-01-21T16:33:10.352" v="195"/>
          <ac:spMkLst>
            <pc:docMk/>
            <pc:sldMk cId="3440902765" sldId="272"/>
            <ac:spMk id="10" creationId="{7C1E5815-D54C-487F-A054-6D4930ADE3DF}"/>
          </ac:spMkLst>
        </pc:spChg>
        <pc:spChg chg="add del">
          <ac:chgData name="Aneta Młynarczyk" userId="S::aneta.mlynarczyk@student.uj.edu.pl::aaeb08f4-d6fc-4bf2-a02c-99e7ea520122" providerId="AD" clId="Web-{0D14BAB7-F90E-0169-D710-3EF369281E3D}" dt="2025-01-21T16:33:10.352" v="195"/>
          <ac:spMkLst>
            <pc:docMk/>
            <pc:sldMk cId="3440902765" sldId="272"/>
            <ac:spMk id="12" creationId="{736F0DFD-0954-464F-BF12-DD2E6F6E0380}"/>
          </ac:spMkLst>
        </pc:spChg>
        <pc:picChg chg="add mod">
          <ac:chgData name="Aneta Młynarczyk" userId="S::aneta.mlynarczyk@student.uj.edu.pl::aaeb08f4-d6fc-4bf2-a02c-99e7ea520122" providerId="AD" clId="Web-{0D14BAB7-F90E-0169-D710-3EF369281E3D}" dt="2025-01-21T16:41:19.557" v="308" actId="1076"/>
          <ac:picMkLst>
            <pc:docMk/>
            <pc:sldMk cId="3440902765" sldId="272"/>
            <ac:picMk id="5" creationId="{3294BE0C-CA7E-C86D-CD65-8DF76E480B5A}"/>
          </ac:picMkLst>
        </pc:picChg>
      </pc:sldChg>
    </pc:docChg>
  </pc:docChgLst>
  <pc:docChgLst>
    <pc:chgData name="Aneta Młynarczyk" userId="S::aneta.mlynarczyk@student.uj.edu.pl::aaeb08f4-d6fc-4bf2-a02c-99e7ea520122" providerId="AD" clId="Web-{595D283D-257F-9060-658E-5CDB566FD802}"/>
    <pc:docChg chg="modSld">
      <pc:chgData name="Aneta Młynarczyk" userId="S::aneta.mlynarczyk@student.uj.edu.pl::aaeb08f4-d6fc-4bf2-a02c-99e7ea520122" providerId="AD" clId="Web-{595D283D-257F-9060-658E-5CDB566FD802}" dt="2025-01-22T08:39:44.686" v="37"/>
      <pc:docMkLst>
        <pc:docMk/>
      </pc:docMkLst>
      <pc:sldChg chg="modNotes">
        <pc:chgData name="Aneta Młynarczyk" userId="S::aneta.mlynarczyk@student.uj.edu.pl::aaeb08f4-d6fc-4bf2-a02c-99e7ea520122" providerId="AD" clId="Web-{595D283D-257F-9060-658E-5CDB566FD802}" dt="2025-01-22T08:39:44.686" v="37"/>
        <pc:sldMkLst>
          <pc:docMk/>
          <pc:sldMk cId="2495128011" sldId="258"/>
        </pc:sldMkLst>
      </pc:sldChg>
    </pc:docChg>
  </pc:docChgLst>
  <pc:docChgLst>
    <pc:chgData name="Aneta Młynarczyk" userId="S::aneta.mlynarczyk@student.uj.edu.pl::aaeb08f4-d6fc-4bf2-a02c-99e7ea520122" providerId="AD" clId="Web-{404D7C80-D225-CBEF-B664-E1EF6063FDC4}"/>
    <pc:docChg chg="modSld">
      <pc:chgData name="Aneta Młynarczyk" userId="S::aneta.mlynarczyk@student.uj.edu.pl::aaeb08f4-d6fc-4bf2-a02c-99e7ea520122" providerId="AD" clId="Web-{404D7C80-D225-CBEF-B664-E1EF6063FDC4}" dt="2025-01-22T09:23:49.703" v="42"/>
      <pc:docMkLst>
        <pc:docMk/>
      </pc:docMkLst>
      <pc:sldChg chg="modNotes">
        <pc:chgData name="Aneta Młynarczyk" userId="S::aneta.mlynarczyk@student.uj.edu.pl::aaeb08f4-d6fc-4bf2-a02c-99e7ea520122" providerId="AD" clId="Web-{404D7C80-D225-CBEF-B664-E1EF6063FDC4}" dt="2025-01-22T08:44:36.421" v="1"/>
        <pc:sldMkLst>
          <pc:docMk/>
          <pc:sldMk cId="2180608542" sldId="268"/>
        </pc:sldMkLst>
      </pc:sldChg>
      <pc:sldChg chg="modNotes">
        <pc:chgData name="Aneta Młynarczyk" userId="S::aneta.mlynarczyk@student.uj.edu.pl::aaeb08f4-d6fc-4bf2-a02c-99e7ea520122" providerId="AD" clId="Web-{404D7C80-D225-CBEF-B664-E1EF6063FDC4}" dt="2025-01-22T08:47:53.558" v="34"/>
        <pc:sldMkLst>
          <pc:docMk/>
          <pc:sldMk cId="2174545304" sldId="272"/>
        </pc:sldMkLst>
      </pc:sldChg>
      <pc:sldChg chg="modSp modNotes">
        <pc:chgData name="Aneta Młynarczyk" userId="S::aneta.mlynarczyk@student.uj.edu.pl::aaeb08f4-d6fc-4bf2-a02c-99e7ea520122" providerId="AD" clId="Web-{404D7C80-D225-CBEF-B664-E1EF6063FDC4}" dt="2025-01-22T09:23:49.703" v="42"/>
        <pc:sldMkLst>
          <pc:docMk/>
          <pc:sldMk cId="2730469224" sldId="273"/>
        </pc:sldMkLst>
        <pc:spChg chg="mod">
          <ac:chgData name="Aneta Młynarczyk" userId="S::aneta.mlynarczyk@student.uj.edu.pl::aaeb08f4-d6fc-4bf2-a02c-99e7ea520122" providerId="AD" clId="Web-{404D7C80-D225-CBEF-B664-E1EF6063FDC4}" dt="2025-01-22T08:44:52.484" v="3" actId="20577"/>
          <ac:spMkLst>
            <pc:docMk/>
            <pc:sldMk cId="2730469224" sldId="273"/>
            <ac:spMk id="3" creationId="{BE1073B2-8A6B-5560-2325-1CEB0BC22905}"/>
          </ac:spMkLst>
        </pc:spChg>
      </pc:sldChg>
      <pc:sldChg chg="modNotes">
        <pc:chgData name="Aneta Młynarczyk" userId="S::aneta.mlynarczyk@student.uj.edu.pl::aaeb08f4-d6fc-4bf2-a02c-99e7ea520122" providerId="AD" clId="Web-{404D7C80-D225-CBEF-B664-E1EF6063FDC4}" dt="2025-01-22T08:58:02.438" v="39"/>
        <pc:sldMkLst>
          <pc:docMk/>
          <pc:sldMk cId="3215567446" sldId="274"/>
        </pc:sldMkLst>
      </pc:sldChg>
    </pc:docChg>
  </pc:docChgLst>
  <pc:docChgLst>
    <pc:chgData name="Jakub Poznański" userId="70f09802-3d38-4184-9fb6-9252a5453f59" providerId="ADAL" clId="{CE4A97C1-88DF-4C01-9E0C-C83D769B4407}"/>
    <pc:docChg chg="undo redo custSel addSld delSld modSld sldOrd">
      <pc:chgData name="Jakub Poznański" userId="70f09802-3d38-4184-9fb6-9252a5453f59" providerId="ADAL" clId="{CE4A97C1-88DF-4C01-9E0C-C83D769B4407}" dt="2025-01-22T08:37:46.099" v="3188" actId="680"/>
      <pc:docMkLst>
        <pc:docMk/>
      </pc:docMkLst>
      <pc:sldChg chg="modNotesTx">
        <pc:chgData name="Jakub Poznański" userId="70f09802-3d38-4184-9fb6-9252a5453f59" providerId="ADAL" clId="{CE4A97C1-88DF-4C01-9E0C-C83D769B4407}" dt="2025-01-21T17:26:51.945" v="1763" actId="13926"/>
        <pc:sldMkLst>
          <pc:docMk/>
          <pc:sldMk cId="2495128011" sldId="258"/>
        </pc:sldMkLst>
      </pc:sldChg>
      <pc:sldChg chg="addSp delSp modSp mod ord modShow">
        <pc:chgData name="Jakub Poznański" userId="70f09802-3d38-4184-9fb6-9252a5453f59" providerId="ADAL" clId="{CE4A97C1-88DF-4C01-9E0C-C83D769B4407}" dt="2025-01-21T16:44:24.549" v="1110" actId="729"/>
        <pc:sldMkLst>
          <pc:docMk/>
          <pc:sldMk cId="4102060484" sldId="259"/>
        </pc:sldMkLst>
        <pc:spChg chg="add del mod">
          <ac:chgData name="Jakub Poznański" userId="70f09802-3d38-4184-9fb6-9252a5453f59" providerId="ADAL" clId="{CE4A97C1-88DF-4C01-9E0C-C83D769B4407}" dt="2025-01-21T16:31:10.697" v="950" actId="478"/>
          <ac:spMkLst>
            <pc:docMk/>
            <pc:sldMk cId="4102060484" sldId="259"/>
            <ac:spMk id="11" creationId="{154C6C7B-79D3-6943-F0ED-C3A28EE9591A}"/>
          </ac:spMkLst>
        </pc:spChg>
        <pc:graphicFrameChg chg="add mod modGraphic">
          <ac:chgData name="Jakub Poznański" userId="70f09802-3d38-4184-9fb6-9252a5453f59" providerId="ADAL" clId="{CE4A97C1-88DF-4C01-9E0C-C83D769B4407}" dt="2025-01-21T16:31:21.976" v="955" actId="1076"/>
          <ac:graphicFrameMkLst>
            <pc:docMk/>
            <pc:sldMk cId="4102060484" sldId="259"/>
            <ac:graphicFrameMk id="2" creationId="{AECE1E28-69CF-D4AC-AC62-317BC71B09D6}"/>
          </ac:graphicFrameMkLst>
        </pc:graphicFrameChg>
        <pc:graphicFrameChg chg="add mod">
          <ac:chgData name="Jakub Poznański" userId="70f09802-3d38-4184-9fb6-9252a5453f59" providerId="ADAL" clId="{CE4A97C1-88DF-4C01-9E0C-C83D769B4407}" dt="2025-01-21T16:32:11.498" v="959" actId="1076"/>
          <ac:graphicFrameMkLst>
            <pc:docMk/>
            <pc:sldMk cId="4102060484" sldId="259"/>
            <ac:graphicFrameMk id="3" creationId="{53B0EBE2-9EAA-E665-2E18-05F4D49AFDFC}"/>
          </ac:graphicFrameMkLst>
        </pc:graphicFrameChg>
      </pc:sldChg>
      <pc:sldChg chg="modNotesTx">
        <pc:chgData name="Jakub Poznański" userId="70f09802-3d38-4184-9fb6-9252a5453f59" providerId="ADAL" clId="{CE4A97C1-88DF-4C01-9E0C-C83D769B4407}" dt="2025-01-21T20:11:02.726" v="2598" actId="20577"/>
        <pc:sldMkLst>
          <pc:docMk/>
          <pc:sldMk cId="2235087178" sldId="260"/>
        </pc:sldMkLst>
      </pc:sldChg>
      <pc:sldChg chg="addSp modSp mod modNotesTx">
        <pc:chgData name="Jakub Poznański" userId="70f09802-3d38-4184-9fb6-9252a5453f59" providerId="ADAL" clId="{CE4A97C1-88DF-4C01-9E0C-C83D769B4407}" dt="2025-01-21T17:27:35.536" v="1810" actId="20577"/>
        <pc:sldMkLst>
          <pc:docMk/>
          <pc:sldMk cId="1588530642" sldId="261"/>
        </pc:sldMkLst>
        <pc:spChg chg="add">
          <ac:chgData name="Jakub Poznański" userId="70f09802-3d38-4184-9fb6-9252a5453f59" providerId="ADAL" clId="{CE4A97C1-88DF-4C01-9E0C-C83D769B4407}" dt="2025-01-21T16:18:54.190" v="896"/>
          <ac:spMkLst>
            <pc:docMk/>
            <pc:sldMk cId="1588530642" sldId="261"/>
            <ac:spMk id="2" creationId="{30AE57E7-8F4E-D481-349B-F46A4E998625}"/>
          </ac:spMkLst>
        </pc:spChg>
        <pc:spChg chg="mod">
          <ac:chgData name="Jakub Poznański" userId="70f09802-3d38-4184-9fb6-9252a5453f59" providerId="ADAL" clId="{CE4A97C1-88DF-4C01-9E0C-C83D769B4407}" dt="2025-01-21T16:19:16.517" v="913" actId="1076"/>
          <ac:spMkLst>
            <pc:docMk/>
            <pc:sldMk cId="1588530642" sldId="261"/>
            <ac:spMk id="10" creationId="{524A20E0-34A1-D261-C338-456A7D1D3B60}"/>
          </ac:spMkLst>
        </pc:spChg>
        <pc:spChg chg="mod">
          <ac:chgData name="Jakub Poznański" userId="70f09802-3d38-4184-9fb6-9252a5453f59" providerId="ADAL" clId="{CE4A97C1-88DF-4C01-9E0C-C83D769B4407}" dt="2025-01-21T17:05:04.815" v="1469" actId="20577"/>
          <ac:spMkLst>
            <pc:docMk/>
            <pc:sldMk cId="1588530642" sldId="261"/>
            <ac:spMk id="11" creationId="{D4F25B48-0D9A-34AC-2D53-A74615F7AA0C}"/>
          </ac:spMkLst>
        </pc:spChg>
      </pc:sldChg>
      <pc:sldChg chg="addSp delSp modSp mod modNotesTx">
        <pc:chgData name="Jakub Poznański" userId="70f09802-3d38-4184-9fb6-9252a5453f59" providerId="ADAL" clId="{CE4A97C1-88DF-4C01-9E0C-C83D769B4407}" dt="2025-01-21T21:01:01.364" v="3186" actId="20577"/>
        <pc:sldMkLst>
          <pc:docMk/>
          <pc:sldMk cId="2012012167" sldId="262"/>
        </pc:sldMkLst>
        <pc:spChg chg="add del mod">
          <ac:chgData name="Jakub Poznański" userId="70f09802-3d38-4184-9fb6-9252a5453f59" providerId="ADAL" clId="{CE4A97C1-88DF-4C01-9E0C-C83D769B4407}" dt="2025-01-21T16:00:07.447" v="753" actId="47"/>
          <ac:spMkLst>
            <pc:docMk/>
            <pc:sldMk cId="2012012167" sldId="262"/>
            <ac:spMk id="2" creationId="{2E270DE6-8469-0C72-A174-BF22F7669207}"/>
          </ac:spMkLst>
        </pc:spChg>
        <pc:spChg chg="add mod">
          <ac:chgData name="Jakub Poznański" userId="70f09802-3d38-4184-9fb6-9252a5453f59" providerId="ADAL" clId="{CE4A97C1-88DF-4C01-9E0C-C83D769B4407}" dt="2025-01-21T16:37:58.937" v="1034" actId="1076"/>
          <ac:spMkLst>
            <pc:docMk/>
            <pc:sldMk cId="2012012167" sldId="262"/>
            <ac:spMk id="3" creationId="{24D26550-93FD-C153-1191-B08B36D2347B}"/>
          </ac:spMkLst>
        </pc:spChg>
        <pc:spChg chg="add del">
          <ac:chgData name="Jakub Poznański" userId="70f09802-3d38-4184-9fb6-9252a5453f59" providerId="ADAL" clId="{CE4A97C1-88DF-4C01-9E0C-C83D769B4407}" dt="2025-01-21T16:37:59.634" v="1035" actId="478"/>
          <ac:spMkLst>
            <pc:docMk/>
            <pc:sldMk cId="2012012167" sldId="262"/>
            <ac:spMk id="5" creationId="{BB5CF93A-DA42-52B0-95D9-82F15157EF3A}"/>
          </ac:spMkLst>
        </pc:spChg>
        <pc:graphicFrameChg chg="mod">
          <ac:chgData name="Jakub Poznański" userId="70f09802-3d38-4184-9fb6-9252a5453f59" providerId="ADAL" clId="{CE4A97C1-88DF-4C01-9E0C-C83D769B4407}" dt="2025-01-21T16:00:06.525" v="752" actId="1076"/>
          <ac:graphicFrameMkLst>
            <pc:docMk/>
            <pc:sldMk cId="2012012167" sldId="262"/>
            <ac:graphicFrameMk id="4" creationId="{632034DE-111C-A07D-7E84-6D58FA19522E}"/>
          </ac:graphicFrameMkLst>
        </pc:graphicFrameChg>
      </pc:sldChg>
      <pc:sldChg chg="modNotesTx">
        <pc:chgData name="Jakub Poznański" userId="70f09802-3d38-4184-9fb6-9252a5453f59" providerId="ADAL" clId="{CE4A97C1-88DF-4C01-9E0C-C83D769B4407}" dt="2025-01-21T20:13:00.996" v="2645" actId="113"/>
        <pc:sldMkLst>
          <pc:docMk/>
          <pc:sldMk cId="2823959738" sldId="263"/>
        </pc:sldMkLst>
      </pc:sldChg>
      <pc:sldChg chg="modNotesTx">
        <pc:chgData name="Jakub Poznański" userId="70f09802-3d38-4184-9fb6-9252a5453f59" providerId="ADAL" clId="{CE4A97C1-88DF-4C01-9E0C-C83D769B4407}" dt="2025-01-21T20:26:17.709" v="2888" actId="113"/>
        <pc:sldMkLst>
          <pc:docMk/>
          <pc:sldMk cId="1984587063" sldId="264"/>
        </pc:sldMkLst>
      </pc:sldChg>
      <pc:sldChg chg="del">
        <pc:chgData name="Jakub Poznański" userId="70f09802-3d38-4184-9fb6-9252a5453f59" providerId="ADAL" clId="{CE4A97C1-88DF-4C01-9E0C-C83D769B4407}" dt="2025-01-20T22:42:54.770" v="34" actId="47"/>
        <pc:sldMkLst>
          <pc:docMk/>
          <pc:sldMk cId="3508313739" sldId="265"/>
        </pc:sldMkLst>
      </pc:sldChg>
      <pc:sldChg chg="addSp delSp modSp mod ord setBg modNotesTx">
        <pc:chgData name="Jakub Poznański" userId="70f09802-3d38-4184-9fb6-9252a5453f59" providerId="ADAL" clId="{CE4A97C1-88DF-4C01-9E0C-C83D769B4407}" dt="2025-01-21T20:42:28.840" v="2943"/>
        <pc:sldMkLst>
          <pc:docMk/>
          <pc:sldMk cId="140683554" sldId="266"/>
        </pc:sldMkLst>
        <pc:spChg chg="add mod">
          <ac:chgData name="Jakub Poznański" userId="70f09802-3d38-4184-9fb6-9252a5453f59" providerId="ADAL" clId="{CE4A97C1-88DF-4C01-9E0C-C83D769B4407}" dt="2025-01-21T16:02:34.192" v="854" actId="20577"/>
          <ac:spMkLst>
            <pc:docMk/>
            <pc:sldMk cId="140683554" sldId="266"/>
            <ac:spMk id="2" creationId="{44D8803B-B330-ECAE-605B-565B867671D3}"/>
          </ac:spMkLst>
        </pc:spChg>
        <pc:spChg chg="add del mod">
          <ac:chgData name="Jakub Poznański" userId="70f09802-3d38-4184-9fb6-9252a5453f59" providerId="ADAL" clId="{CE4A97C1-88DF-4C01-9E0C-C83D769B4407}" dt="2025-01-21T16:29:59.112" v="944" actId="478"/>
          <ac:spMkLst>
            <pc:docMk/>
            <pc:sldMk cId="140683554" sldId="266"/>
            <ac:spMk id="3" creationId="{AF725989-7A17-62B2-EA30-C574EE2F69DE}"/>
          </ac:spMkLst>
        </pc:spChg>
        <pc:spChg chg="add mod">
          <ac:chgData name="Jakub Poznański" userId="70f09802-3d38-4184-9fb6-9252a5453f59" providerId="ADAL" clId="{CE4A97C1-88DF-4C01-9E0C-C83D769B4407}" dt="2025-01-21T16:30:24.681" v="949" actId="27636"/>
          <ac:spMkLst>
            <pc:docMk/>
            <pc:sldMk cId="140683554" sldId="266"/>
            <ac:spMk id="4" creationId="{9FF1FC53-689B-B4AC-4E41-428F746D605F}"/>
          </ac:spMkLst>
        </pc:spChg>
        <pc:spChg chg="add mod">
          <ac:chgData name="Jakub Poznański" userId="70f09802-3d38-4184-9fb6-9252a5453f59" providerId="ADAL" clId="{CE4A97C1-88DF-4C01-9E0C-C83D769B4407}" dt="2025-01-21T16:33:00.970" v="964" actId="27636"/>
          <ac:spMkLst>
            <pc:docMk/>
            <pc:sldMk cId="140683554" sldId="266"/>
            <ac:spMk id="6" creationId="{3CB9272B-C49E-F933-178B-32C52AC12759}"/>
          </ac:spMkLst>
        </pc:spChg>
        <pc:spChg chg="add mod">
          <ac:chgData name="Jakub Poznański" userId="70f09802-3d38-4184-9fb6-9252a5453f59" providerId="ADAL" clId="{CE4A97C1-88DF-4C01-9E0C-C83D769B4407}" dt="2025-01-21T16:34:45.327" v="1011" actId="404"/>
          <ac:spMkLst>
            <pc:docMk/>
            <pc:sldMk cId="140683554" sldId="266"/>
            <ac:spMk id="7" creationId="{019D6572-A7FC-2027-EC28-C4A2A6B11C65}"/>
          </ac:spMkLst>
        </pc:spChg>
        <pc:spChg chg="add mod">
          <ac:chgData name="Jakub Poznański" userId="70f09802-3d38-4184-9fb6-9252a5453f59" providerId="ADAL" clId="{CE4A97C1-88DF-4C01-9E0C-C83D769B4407}" dt="2025-01-21T16:33:49.518" v="966"/>
          <ac:spMkLst>
            <pc:docMk/>
            <pc:sldMk cId="140683554" sldId="266"/>
            <ac:spMk id="8" creationId="{054C2022-FDB6-C391-21A4-66E4DFECAA6A}"/>
          </ac:spMkLst>
        </pc:spChg>
        <pc:picChg chg="add mod">
          <ac:chgData name="Jakub Poznański" userId="70f09802-3d38-4184-9fb6-9252a5453f59" providerId="ADAL" clId="{CE4A97C1-88DF-4C01-9E0C-C83D769B4407}" dt="2025-01-20T22:42:22.273" v="30" actId="1076"/>
          <ac:picMkLst>
            <pc:docMk/>
            <pc:sldMk cId="140683554" sldId="266"/>
            <ac:picMk id="5" creationId="{6A301648-5893-107E-D88D-77E94D95DFC7}"/>
          </ac:picMkLst>
        </pc:picChg>
      </pc:sldChg>
      <pc:sldChg chg="addSp delSp modSp new mod ord modNotesTx">
        <pc:chgData name="Jakub Poznański" userId="70f09802-3d38-4184-9fb6-9252a5453f59" providerId="ADAL" clId="{CE4A97C1-88DF-4C01-9E0C-C83D769B4407}" dt="2025-01-21T20:59:43.599" v="3168" actId="20577"/>
        <pc:sldMkLst>
          <pc:docMk/>
          <pc:sldMk cId="415657284" sldId="267"/>
        </pc:sldMkLst>
        <pc:spChg chg="add mod">
          <ac:chgData name="Jakub Poznański" userId="70f09802-3d38-4184-9fb6-9252a5453f59" providerId="ADAL" clId="{CE4A97C1-88DF-4C01-9E0C-C83D769B4407}" dt="2025-01-20T22:42:43.474" v="33"/>
          <ac:spMkLst>
            <pc:docMk/>
            <pc:sldMk cId="415657284" sldId="267"/>
            <ac:spMk id="6" creationId="{420CBF86-C27B-3FA3-9AE1-F4964B5796F6}"/>
          </ac:spMkLst>
        </pc:spChg>
        <pc:spChg chg="add mod">
          <ac:chgData name="Jakub Poznański" userId="70f09802-3d38-4184-9fb6-9252a5453f59" providerId="ADAL" clId="{CE4A97C1-88DF-4C01-9E0C-C83D769B4407}" dt="2025-01-20T22:44:20.850" v="54" actId="1076"/>
          <ac:spMkLst>
            <pc:docMk/>
            <pc:sldMk cId="415657284" sldId="267"/>
            <ac:spMk id="8" creationId="{B84CD9B4-AB93-7083-A5E4-5DE9FC3F2EFA}"/>
          </ac:spMkLst>
        </pc:spChg>
        <pc:picChg chg="add mod">
          <ac:chgData name="Jakub Poznański" userId="70f09802-3d38-4184-9fb6-9252a5453f59" providerId="ADAL" clId="{CE4A97C1-88DF-4C01-9E0C-C83D769B4407}" dt="2025-01-20T22:42:20.033" v="29" actId="1076"/>
          <ac:picMkLst>
            <pc:docMk/>
            <pc:sldMk cId="415657284" sldId="267"/>
            <ac:picMk id="5" creationId="{D09D7987-AD6D-99C4-B6B8-3D20AFDD00F9}"/>
          </ac:picMkLst>
        </pc:picChg>
      </pc:sldChg>
      <pc:sldChg chg="modSp new mod">
        <pc:chgData name="Jakub Poznański" userId="70f09802-3d38-4184-9fb6-9252a5453f59" providerId="ADAL" clId="{CE4A97C1-88DF-4C01-9E0C-C83D769B4407}" dt="2025-01-20T22:51:31.667" v="744" actId="20577"/>
        <pc:sldMkLst>
          <pc:docMk/>
          <pc:sldMk cId="2180608542" sldId="268"/>
        </pc:sldMkLst>
        <pc:spChg chg="mod">
          <ac:chgData name="Jakub Poznański" userId="70f09802-3d38-4184-9fb6-9252a5453f59" providerId="ADAL" clId="{CE4A97C1-88DF-4C01-9E0C-C83D769B4407}" dt="2025-01-20T22:51:31.667" v="744" actId="20577"/>
          <ac:spMkLst>
            <pc:docMk/>
            <pc:sldMk cId="2180608542" sldId="268"/>
            <ac:spMk id="3" creationId="{0F6187CB-6092-A675-7086-38BEBC60A36A}"/>
          </ac:spMkLst>
        </pc:spChg>
      </pc:sldChg>
      <pc:sldChg chg="addSp delSp modSp add mod ord modNotesTx">
        <pc:chgData name="Jakub Poznański" userId="70f09802-3d38-4184-9fb6-9252a5453f59" providerId="ADAL" clId="{CE4A97C1-88DF-4C01-9E0C-C83D769B4407}" dt="2025-01-21T20:58:31.123" v="3165" actId="20577"/>
        <pc:sldMkLst>
          <pc:docMk/>
          <pc:sldMk cId="1978873446" sldId="269"/>
        </pc:sldMkLst>
        <pc:spChg chg="add del mod">
          <ac:chgData name="Jakub Poznański" userId="70f09802-3d38-4184-9fb6-9252a5453f59" providerId="ADAL" clId="{CE4A97C1-88DF-4C01-9E0C-C83D769B4407}" dt="2025-01-21T16:57:20.988" v="1124" actId="478"/>
          <ac:spMkLst>
            <pc:docMk/>
            <pc:sldMk cId="1978873446" sldId="269"/>
            <ac:spMk id="2" creationId="{FA1E2479-9162-8DE4-9005-ED5019CF9BFA}"/>
          </ac:spMkLst>
        </pc:spChg>
        <pc:spChg chg="add del mod">
          <ac:chgData name="Jakub Poznański" userId="70f09802-3d38-4184-9fb6-9252a5453f59" providerId="ADAL" clId="{CE4A97C1-88DF-4C01-9E0C-C83D769B4407}" dt="2025-01-21T16:38:11.406" v="1039" actId="478"/>
          <ac:spMkLst>
            <pc:docMk/>
            <pc:sldMk cId="1978873446" sldId="269"/>
            <ac:spMk id="3" creationId="{093C88B6-A447-1007-C5B7-613563D25874}"/>
          </ac:spMkLst>
        </pc:spChg>
        <pc:spChg chg="del">
          <ac:chgData name="Jakub Poznański" userId="70f09802-3d38-4184-9fb6-9252a5453f59" providerId="ADAL" clId="{CE4A97C1-88DF-4C01-9E0C-C83D769B4407}" dt="2025-01-21T16:35:15.755" v="1016" actId="478"/>
          <ac:spMkLst>
            <pc:docMk/>
            <pc:sldMk cId="1978873446" sldId="269"/>
            <ac:spMk id="5" creationId="{DC6608E9-4FDA-EB16-F66D-D0BB8493C7C5}"/>
          </ac:spMkLst>
        </pc:spChg>
        <pc:spChg chg="mod">
          <ac:chgData name="Jakub Poznański" userId="70f09802-3d38-4184-9fb6-9252a5453f59" providerId="ADAL" clId="{CE4A97C1-88DF-4C01-9E0C-C83D769B4407}" dt="2025-01-21T16:34:55.358" v="1012" actId="20577"/>
          <ac:spMkLst>
            <pc:docMk/>
            <pc:sldMk cId="1978873446" sldId="269"/>
            <ac:spMk id="6" creationId="{32911517-2D6D-E75C-368D-98E69DBBF4EF}"/>
          </ac:spMkLst>
        </pc:spChg>
        <pc:spChg chg="add mod">
          <ac:chgData name="Jakub Poznański" userId="70f09802-3d38-4184-9fb6-9252a5453f59" providerId="ADAL" clId="{CE4A97C1-88DF-4C01-9E0C-C83D769B4407}" dt="2025-01-21T16:35:25.410" v="1021" actId="27636"/>
          <ac:spMkLst>
            <pc:docMk/>
            <pc:sldMk cId="1978873446" sldId="269"/>
            <ac:spMk id="7" creationId="{074F6C82-FFF0-D7C1-0731-555D83A0041A}"/>
          </ac:spMkLst>
        </pc:spChg>
        <pc:spChg chg="add mod">
          <ac:chgData name="Jakub Poznański" userId="70f09802-3d38-4184-9fb6-9252a5453f59" providerId="ADAL" clId="{CE4A97C1-88DF-4C01-9E0C-C83D769B4407}" dt="2025-01-21T16:37:37.560" v="1030" actId="20577"/>
          <ac:spMkLst>
            <pc:docMk/>
            <pc:sldMk cId="1978873446" sldId="269"/>
            <ac:spMk id="8" creationId="{192163F8-038C-8896-190D-5A2D579B9A8E}"/>
          </ac:spMkLst>
        </pc:spChg>
        <pc:spChg chg="add mod">
          <ac:chgData name="Jakub Poznański" userId="70f09802-3d38-4184-9fb6-9252a5453f59" providerId="ADAL" clId="{CE4A97C1-88DF-4C01-9E0C-C83D769B4407}" dt="2025-01-21T16:38:08.192" v="1038" actId="1076"/>
          <ac:spMkLst>
            <pc:docMk/>
            <pc:sldMk cId="1978873446" sldId="269"/>
            <ac:spMk id="9" creationId="{D28A7789-5889-04B4-4273-0CE15AE68176}"/>
          </ac:spMkLst>
        </pc:spChg>
        <pc:spChg chg="add del mod">
          <ac:chgData name="Jakub Poznański" userId="70f09802-3d38-4184-9fb6-9252a5453f59" providerId="ADAL" clId="{CE4A97C1-88DF-4C01-9E0C-C83D769B4407}" dt="2025-01-21T16:38:55.472" v="1094" actId="478"/>
          <ac:spMkLst>
            <pc:docMk/>
            <pc:sldMk cId="1978873446" sldId="269"/>
            <ac:spMk id="10" creationId="{BF5F8669-3E40-E89C-2AB0-53E82BFBE9CA}"/>
          </ac:spMkLst>
        </pc:spChg>
        <pc:spChg chg="add mod">
          <ac:chgData name="Jakub Poznański" userId="70f09802-3d38-4184-9fb6-9252a5453f59" providerId="ADAL" clId="{CE4A97C1-88DF-4C01-9E0C-C83D769B4407}" dt="2025-01-21T16:57:34.142" v="1127" actId="14100"/>
          <ac:spMkLst>
            <pc:docMk/>
            <pc:sldMk cId="1978873446" sldId="269"/>
            <ac:spMk id="11" creationId="{F12D661F-B90A-E421-B766-2B20C8BF5C4E}"/>
          </ac:spMkLst>
        </pc:spChg>
        <pc:spChg chg="add mod">
          <ac:chgData name="Jakub Poznański" userId="70f09802-3d38-4184-9fb6-9252a5453f59" providerId="ADAL" clId="{CE4A97C1-88DF-4C01-9E0C-C83D769B4407}" dt="2025-01-21T16:39:07.987" v="1109" actId="20577"/>
          <ac:spMkLst>
            <pc:docMk/>
            <pc:sldMk cId="1978873446" sldId="269"/>
            <ac:spMk id="12" creationId="{3266D273-5022-38EF-31F7-7FBF371BADD8}"/>
          </ac:spMkLst>
        </pc:spChg>
        <pc:spChg chg="add mod">
          <ac:chgData name="Jakub Poznański" userId="70f09802-3d38-4184-9fb6-9252a5453f59" providerId="ADAL" clId="{CE4A97C1-88DF-4C01-9E0C-C83D769B4407}" dt="2025-01-21T16:58:01.105" v="1172" actId="1076"/>
          <ac:spMkLst>
            <pc:docMk/>
            <pc:sldMk cId="1978873446" sldId="269"/>
            <ac:spMk id="13" creationId="{CCB555CF-A510-B283-B364-C76227608100}"/>
          </ac:spMkLst>
        </pc:spChg>
        <pc:spChg chg="add mod">
          <ac:chgData name="Jakub Poznański" userId="70f09802-3d38-4184-9fb6-9252a5453f59" providerId="ADAL" clId="{CE4A97C1-88DF-4C01-9E0C-C83D769B4407}" dt="2025-01-21T17:21:46.651" v="1727" actId="1076"/>
          <ac:spMkLst>
            <pc:docMk/>
            <pc:sldMk cId="1978873446" sldId="269"/>
            <ac:spMk id="14" creationId="{CC930C3C-7602-A6D3-C31F-2F3F158B384D}"/>
          </ac:spMkLst>
        </pc:spChg>
        <pc:spChg chg="add mod">
          <ac:chgData name="Jakub Poznański" userId="70f09802-3d38-4184-9fb6-9252a5453f59" providerId="ADAL" clId="{CE4A97C1-88DF-4C01-9E0C-C83D769B4407}" dt="2025-01-21T17:21:46.651" v="1727" actId="1076"/>
          <ac:spMkLst>
            <pc:docMk/>
            <pc:sldMk cId="1978873446" sldId="269"/>
            <ac:spMk id="15" creationId="{4D106552-F19D-76E1-9F45-2AE32B91D25C}"/>
          </ac:spMkLst>
        </pc:spChg>
        <pc:spChg chg="add mod">
          <ac:chgData name="Jakub Poznański" userId="70f09802-3d38-4184-9fb6-9252a5453f59" providerId="ADAL" clId="{CE4A97C1-88DF-4C01-9E0C-C83D769B4407}" dt="2025-01-21T17:21:46.651" v="1727" actId="1076"/>
          <ac:spMkLst>
            <pc:docMk/>
            <pc:sldMk cId="1978873446" sldId="269"/>
            <ac:spMk id="16" creationId="{810F6E9F-52EF-7E90-5A2D-7710AF9298D6}"/>
          </ac:spMkLst>
        </pc:spChg>
        <pc:spChg chg="add mod">
          <ac:chgData name="Jakub Poznański" userId="70f09802-3d38-4184-9fb6-9252a5453f59" providerId="ADAL" clId="{CE4A97C1-88DF-4C01-9E0C-C83D769B4407}" dt="2025-01-21T17:21:46.651" v="1727" actId="1076"/>
          <ac:spMkLst>
            <pc:docMk/>
            <pc:sldMk cId="1978873446" sldId="269"/>
            <ac:spMk id="17" creationId="{EF66B0FE-2DA8-7E99-9F03-3871B21D9C9F}"/>
          </ac:spMkLst>
        </pc:spChg>
        <pc:spChg chg="add mod">
          <ac:chgData name="Jakub Poznański" userId="70f09802-3d38-4184-9fb6-9252a5453f59" providerId="ADAL" clId="{CE4A97C1-88DF-4C01-9E0C-C83D769B4407}" dt="2025-01-21T17:17:20.901" v="1658" actId="1076"/>
          <ac:spMkLst>
            <pc:docMk/>
            <pc:sldMk cId="1978873446" sldId="269"/>
            <ac:spMk id="18" creationId="{4635DC67-9FEF-2018-2949-B7BB0F9E2D86}"/>
          </ac:spMkLst>
        </pc:spChg>
        <pc:graphicFrameChg chg="mod modGraphic">
          <ac:chgData name="Jakub Poznański" userId="70f09802-3d38-4184-9fb6-9252a5453f59" providerId="ADAL" clId="{CE4A97C1-88DF-4C01-9E0C-C83D769B4407}" dt="2025-01-21T17:06:25.603" v="1471" actId="1076"/>
          <ac:graphicFrameMkLst>
            <pc:docMk/>
            <pc:sldMk cId="1978873446" sldId="269"/>
            <ac:graphicFrameMk id="4" creationId="{EC022916-FBB8-CEB3-8F32-F5479001EBEE}"/>
          </ac:graphicFrameMkLst>
        </pc:graphicFrameChg>
      </pc:sldChg>
      <pc:sldChg chg="modSp new del mod">
        <pc:chgData name="Jakub Poznański" userId="70f09802-3d38-4184-9fb6-9252a5453f59" providerId="ADAL" clId="{CE4A97C1-88DF-4C01-9E0C-C83D769B4407}" dt="2025-01-21T16:37:14.055" v="1022" actId="47"/>
        <pc:sldMkLst>
          <pc:docMk/>
          <pc:sldMk cId="3470101098" sldId="270"/>
        </pc:sldMkLst>
      </pc:sldChg>
      <pc:sldChg chg="add del mod modShow">
        <pc:chgData name="Jakub Poznański" userId="70f09802-3d38-4184-9fb6-9252a5453f59" providerId="ADAL" clId="{CE4A97C1-88DF-4C01-9E0C-C83D769B4407}" dt="2025-01-21T17:21:30.947" v="1725" actId="729"/>
        <pc:sldMkLst>
          <pc:docMk/>
          <pc:sldMk cId="2380601116" sldId="271"/>
        </pc:sldMkLst>
      </pc:sldChg>
      <pc:sldChg chg="add del">
        <pc:chgData name="Jakub Poznański" userId="70f09802-3d38-4184-9fb6-9252a5453f59" providerId="ADAL" clId="{CE4A97C1-88DF-4C01-9E0C-C83D769B4407}" dt="2025-01-21T16:57:04.388" v="1120"/>
        <pc:sldMkLst>
          <pc:docMk/>
          <pc:sldMk cId="426771213" sldId="273"/>
        </pc:sldMkLst>
      </pc:sldChg>
      <pc:sldChg chg="addSp modSp add mod ord modNotesTx">
        <pc:chgData name="Jakub Poznański" userId="70f09802-3d38-4184-9fb6-9252a5453f59" providerId="ADAL" clId="{CE4A97C1-88DF-4C01-9E0C-C83D769B4407}" dt="2025-01-21T17:21:39.115" v="1726" actId="1076"/>
        <pc:sldMkLst>
          <pc:docMk/>
          <pc:sldMk cId="2730469224" sldId="273"/>
        </pc:sldMkLst>
        <pc:spChg chg="add mod">
          <ac:chgData name="Jakub Poznański" userId="70f09802-3d38-4184-9fb6-9252a5453f59" providerId="ADAL" clId="{CE4A97C1-88DF-4C01-9E0C-C83D769B4407}" dt="2025-01-21T17:15:15.365" v="1557"/>
          <ac:spMkLst>
            <pc:docMk/>
            <pc:sldMk cId="2730469224" sldId="273"/>
            <ac:spMk id="2" creationId="{6D98F64F-2339-C662-31EB-37AE4130BA2A}"/>
          </ac:spMkLst>
        </pc:spChg>
        <pc:spChg chg="add mod">
          <ac:chgData name="Jakub Poznański" userId="70f09802-3d38-4184-9fb6-9252a5453f59" providerId="ADAL" clId="{CE4A97C1-88DF-4C01-9E0C-C83D769B4407}" dt="2025-01-21T17:15:42.082" v="1565" actId="1076"/>
          <ac:spMkLst>
            <pc:docMk/>
            <pc:sldMk cId="2730469224" sldId="273"/>
            <ac:spMk id="3" creationId="{BE1073B2-8A6B-5560-2325-1CEB0BC22905}"/>
          </ac:spMkLst>
        </pc:spChg>
        <pc:spChg chg="mod">
          <ac:chgData name="Jakub Poznański" userId="70f09802-3d38-4184-9fb6-9252a5453f59" providerId="ADAL" clId="{CE4A97C1-88DF-4C01-9E0C-C83D769B4407}" dt="2025-01-21T17:21:39.115" v="1726" actId="1076"/>
          <ac:spMkLst>
            <pc:docMk/>
            <pc:sldMk cId="2730469224" sldId="273"/>
            <ac:spMk id="14" creationId="{28AE654A-344C-5794-1FCF-5E5DC104F924}"/>
          </ac:spMkLst>
        </pc:spChg>
        <pc:spChg chg="mod">
          <ac:chgData name="Jakub Poznański" userId="70f09802-3d38-4184-9fb6-9252a5453f59" providerId="ADAL" clId="{CE4A97C1-88DF-4C01-9E0C-C83D769B4407}" dt="2025-01-21T17:21:39.115" v="1726" actId="1076"/>
          <ac:spMkLst>
            <pc:docMk/>
            <pc:sldMk cId="2730469224" sldId="273"/>
            <ac:spMk id="15" creationId="{0FB66B42-0319-62DF-C67B-AC47691D7579}"/>
          </ac:spMkLst>
        </pc:spChg>
        <pc:spChg chg="mod">
          <ac:chgData name="Jakub Poznański" userId="70f09802-3d38-4184-9fb6-9252a5453f59" providerId="ADAL" clId="{CE4A97C1-88DF-4C01-9E0C-C83D769B4407}" dt="2025-01-21T17:21:39.115" v="1726" actId="1076"/>
          <ac:spMkLst>
            <pc:docMk/>
            <pc:sldMk cId="2730469224" sldId="273"/>
            <ac:spMk id="16" creationId="{60E69F99-6427-AE41-217C-01D2EE6C497F}"/>
          </ac:spMkLst>
        </pc:spChg>
        <pc:spChg chg="mod">
          <ac:chgData name="Jakub Poznański" userId="70f09802-3d38-4184-9fb6-9252a5453f59" providerId="ADAL" clId="{CE4A97C1-88DF-4C01-9E0C-C83D769B4407}" dt="2025-01-21T17:21:39.115" v="1726" actId="1076"/>
          <ac:spMkLst>
            <pc:docMk/>
            <pc:sldMk cId="2730469224" sldId="273"/>
            <ac:spMk id="17" creationId="{3359A5EE-7F82-8718-3818-0959404074A1}"/>
          </ac:spMkLst>
        </pc:spChg>
        <pc:graphicFrameChg chg="modGraphic">
          <ac:chgData name="Jakub Poznański" userId="70f09802-3d38-4184-9fb6-9252a5453f59" providerId="ADAL" clId="{CE4A97C1-88DF-4C01-9E0C-C83D769B4407}" dt="2025-01-21T17:20:12.164" v="1708" actId="20577"/>
          <ac:graphicFrameMkLst>
            <pc:docMk/>
            <pc:sldMk cId="2730469224" sldId="273"/>
            <ac:graphicFrameMk id="4" creationId="{D33C32EB-30AE-3C24-8B68-A6833E2B08CB}"/>
          </ac:graphicFrameMkLst>
        </pc:graphicFrameChg>
      </pc:sldChg>
      <pc:sldChg chg="addSp delSp modSp new mod modNotesTx">
        <pc:chgData name="Jakub Poznański" userId="70f09802-3d38-4184-9fb6-9252a5453f59" providerId="ADAL" clId="{CE4A97C1-88DF-4C01-9E0C-C83D769B4407}" dt="2025-01-21T17:43:57.046" v="2495" actId="20577"/>
        <pc:sldMkLst>
          <pc:docMk/>
          <pc:sldMk cId="3215567446" sldId="274"/>
        </pc:sldMkLst>
        <pc:spChg chg="del mod">
          <ac:chgData name="Jakub Poznański" userId="70f09802-3d38-4184-9fb6-9252a5453f59" providerId="ADAL" clId="{CE4A97C1-88DF-4C01-9E0C-C83D769B4407}" dt="2025-01-21T17:39:01.582" v="2463" actId="478"/>
          <ac:spMkLst>
            <pc:docMk/>
            <pc:sldMk cId="3215567446" sldId="274"/>
            <ac:spMk id="2" creationId="{0B09BADA-13CF-5BC9-934D-901AE9B15774}"/>
          </ac:spMkLst>
        </pc:spChg>
        <pc:spChg chg="add del">
          <ac:chgData name="Jakub Poznański" userId="70f09802-3d38-4184-9fb6-9252a5453f59" providerId="ADAL" clId="{CE4A97C1-88DF-4C01-9E0C-C83D769B4407}" dt="2025-01-21T17:38:19.544" v="2452" actId="22"/>
          <ac:spMkLst>
            <pc:docMk/>
            <pc:sldMk cId="3215567446" sldId="274"/>
            <ac:spMk id="5" creationId="{C16F8280-D7A8-17D3-E60B-7C34B192567D}"/>
          </ac:spMkLst>
        </pc:spChg>
        <pc:spChg chg="add mod">
          <ac:chgData name="Jakub Poznański" userId="70f09802-3d38-4184-9fb6-9252a5453f59" providerId="ADAL" clId="{CE4A97C1-88DF-4C01-9E0C-C83D769B4407}" dt="2025-01-21T17:43:57.046" v="2495" actId="20577"/>
          <ac:spMkLst>
            <pc:docMk/>
            <pc:sldMk cId="3215567446" sldId="274"/>
            <ac:spMk id="7" creationId="{5AEA46DD-8B29-B62B-4890-6B961BA278EB}"/>
          </ac:spMkLst>
        </pc:spChg>
        <pc:spChg chg="add del mod">
          <ac:chgData name="Jakub Poznański" userId="70f09802-3d38-4184-9fb6-9252a5453f59" providerId="ADAL" clId="{CE4A97C1-88DF-4C01-9E0C-C83D769B4407}" dt="2025-01-21T17:39:05.339" v="2464" actId="478"/>
          <ac:spMkLst>
            <pc:docMk/>
            <pc:sldMk cId="3215567446" sldId="274"/>
            <ac:spMk id="9" creationId="{3B499CAB-2969-40AF-5973-499018BE224F}"/>
          </ac:spMkLst>
        </pc:spChg>
      </pc:sldChg>
      <pc:sldChg chg="new del">
        <pc:chgData name="Jakub Poznański" userId="70f09802-3d38-4184-9fb6-9252a5453f59" providerId="ADAL" clId="{CE4A97C1-88DF-4C01-9E0C-C83D769B4407}" dt="2025-01-22T08:37:46.099" v="3188" actId="680"/>
        <pc:sldMkLst>
          <pc:docMk/>
          <pc:sldMk cId="410457778" sldId="275"/>
        </pc:sldMkLst>
      </pc:sldChg>
    </pc:docChg>
  </pc:docChgLst>
  <pc:docChgLst>
    <pc:chgData name="Aneta Młynarczyk" userId="S::aneta.mlynarczyk@student.uj.edu.pl::aaeb08f4-d6fc-4bf2-a02c-99e7ea520122" providerId="AD" clId="Web-{D9ED4361-EEAE-661B-BA7B-45ED69EAFC10}"/>
    <pc:docChg chg="delSld modSld">
      <pc:chgData name="Aneta Młynarczyk" userId="S::aneta.mlynarczyk@student.uj.edu.pl::aaeb08f4-d6fc-4bf2-a02c-99e7ea520122" providerId="AD" clId="Web-{D9ED4361-EEAE-661B-BA7B-45ED69EAFC10}" dt="2025-01-21T17:52:11.605" v="170" actId="20577"/>
      <pc:docMkLst>
        <pc:docMk/>
      </pc:docMkLst>
      <pc:sldChg chg="del">
        <pc:chgData name="Aneta Młynarczyk" userId="S::aneta.mlynarczyk@student.uj.edu.pl::aaeb08f4-d6fc-4bf2-a02c-99e7ea520122" providerId="AD" clId="Web-{D9ED4361-EEAE-661B-BA7B-45ED69EAFC10}" dt="2025-01-21T17:15:40.229" v="1"/>
        <pc:sldMkLst>
          <pc:docMk/>
          <pc:sldMk cId="4102060484" sldId="259"/>
        </pc:sldMkLst>
      </pc:sldChg>
      <pc:sldChg chg="modSp">
        <pc:chgData name="Aneta Młynarczyk" userId="S::aneta.mlynarczyk@student.uj.edu.pl::aaeb08f4-d6fc-4bf2-a02c-99e7ea520122" providerId="AD" clId="Web-{D9ED4361-EEAE-661B-BA7B-45ED69EAFC10}" dt="2025-01-21T17:20:41.849" v="75" actId="20577"/>
        <pc:sldMkLst>
          <pc:docMk/>
          <pc:sldMk cId="1588530642" sldId="261"/>
        </pc:sldMkLst>
        <pc:spChg chg="mod">
          <ac:chgData name="Aneta Młynarczyk" userId="S::aneta.mlynarczyk@student.uj.edu.pl::aaeb08f4-d6fc-4bf2-a02c-99e7ea520122" providerId="AD" clId="Web-{D9ED4361-EEAE-661B-BA7B-45ED69EAFC10}" dt="2025-01-21T17:20:41.849" v="75" actId="20577"/>
          <ac:spMkLst>
            <pc:docMk/>
            <pc:sldMk cId="1588530642" sldId="261"/>
            <ac:spMk id="7" creationId="{93AC9C16-CA3D-1155-DF04-7DDA512E1C39}"/>
          </ac:spMkLst>
        </pc:spChg>
        <pc:spChg chg="mod">
          <ac:chgData name="Aneta Młynarczyk" userId="S::aneta.mlynarczyk@student.uj.edu.pl::aaeb08f4-d6fc-4bf2-a02c-99e7ea520122" providerId="AD" clId="Web-{D9ED4361-EEAE-661B-BA7B-45ED69EAFC10}" dt="2025-01-21T17:20:39.678" v="73" actId="20577"/>
          <ac:spMkLst>
            <pc:docMk/>
            <pc:sldMk cId="1588530642" sldId="261"/>
            <ac:spMk id="8" creationId="{93C3DBFA-4EF7-06EC-9E7D-D3ED490C3136}"/>
          </ac:spMkLst>
        </pc:spChg>
        <pc:spChg chg="mod">
          <ac:chgData name="Aneta Młynarczyk" userId="S::aneta.mlynarczyk@student.uj.edu.pl::aaeb08f4-d6fc-4bf2-a02c-99e7ea520122" providerId="AD" clId="Web-{D9ED4361-EEAE-661B-BA7B-45ED69EAFC10}" dt="2025-01-21T17:20:18.802" v="70" actId="1076"/>
          <ac:spMkLst>
            <pc:docMk/>
            <pc:sldMk cId="1588530642" sldId="261"/>
            <ac:spMk id="9" creationId="{74E931D4-7CBE-A135-23A2-BCF1E021A24C}"/>
          </ac:spMkLst>
        </pc:spChg>
        <pc:spChg chg="mod">
          <ac:chgData name="Aneta Młynarczyk" userId="S::aneta.mlynarczyk@student.uj.edu.pl::aaeb08f4-d6fc-4bf2-a02c-99e7ea520122" providerId="AD" clId="Web-{D9ED4361-EEAE-661B-BA7B-45ED69EAFC10}" dt="2025-01-21T17:20:09.583" v="67" actId="1076"/>
          <ac:spMkLst>
            <pc:docMk/>
            <pc:sldMk cId="1588530642" sldId="261"/>
            <ac:spMk id="10" creationId="{524A20E0-34A1-D261-C338-456A7D1D3B60}"/>
          </ac:spMkLst>
        </pc:spChg>
        <pc:spChg chg="mod">
          <ac:chgData name="Aneta Młynarczyk" userId="S::aneta.mlynarczyk@student.uj.edu.pl::aaeb08f4-d6fc-4bf2-a02c-99e7ea520122" providerId="AD" clId="Web-{D9ED4361-EEAE-661B-BA7B-45ED69EAFC10}" dt="2025-01-21T17:20:06.333" v="66" actId="20577"/>
          <ac:spMkLst>
            <pc:docMk/>
            <pc:sldMk cId="1588530642" sldId="261"/>
            <ac:spMk id="11" creationId="{D4F25B48-0D9A-34AC-2D53-A74615F7AA0C}"/>
          </ac:spMkLst>
        </pc:spChg>
      </pc:sldChg>
      <pc:sldChg chg="modNotes">
        <pc:chgData name="Aneta Młynarczyk" userId="S::aneta.mlynarczyk@student.uj.edu.pl::aaeb08f4-d6fc-4bf2-a02c-99e7ea520122" providerId="AD" clId="Web-{D9ED4361-EEAE-661B-BA7B-45ED69EAFC10}" dt="2025-01-21T17:28:24.179" v="105"/>
        <pc:sldMkLst>
          <pc:docMk/>
          <pc:sldMk cId="2012012167" sldId="262"/>
        </pc:sldMkLst>
      </pc:sldChg>
      <pc:sldChg chg="modSp">
        <pc:chgData name="Aneta Młynarczyk" userId="S::aneta.mlynarczyk@student.uj.edu.pl::aaeb08f4-d6fc-4bf2-a02c-99e7ea520122" providerId="AD" clId="Web-{D9ED4361-EEAE-661B-BA7B-45ED69EAFC10}" dt="2025-01-21T17:52:11.605" v="170" actId="20577"/>
        <pc:sldMkLst>
          <pc:docMk/>
          <pc:sldMk cId="2180608542" sldId="268"/>
        </pc:sldMkLst>
        <pc:spChg chg="mod">
          <ac:chgData name="Aneta Młynarczyk" userId="S::aneta.mlynarczyk@student.uj.edu.pl::aaeb08f4-d6fc-4bf2-a02c-99e7ea520122" providerId="AD" clId="Web-{D9ED4361-EEAE-661B-BA7B-45ED69EAFC10}" dt="2025-01-21T17:52:11.605" v="170" actId="20577"/>
          <ac:spMkLst>
            <pc:docMk/>
            <pc:sldMk cId="2180608542" sldId="268"/>
            <ac:spMk id="3" creationId="{0F6187CB-6092-A675-7086-38BEBC60A36A}"/>
          </ac:spMkLst>
        </pc:spChg>
      </pc:sldChg>
      <pc:sldChg chg="del">
        <pc:chgData name="Aneta Młynarczyk" userId="S::aneta.mlynarczyk@student.uj.edu.pl::aaeb08f4-d6fc-4bf2-a02c-99e7ea520122" providerId="AD" clId="Web-{D9ED4361-EEAE-661B-BA7B-45ED69EAFC10}" dt="2025-01-21T17:28:55.461" v="106"/>
        <pc:sldMkLst>
          <pc:docMk/>
          <pc:sldMk cId="2380601116" sldId="271"/>
        </pc:sldMkLst>
      </pc:sldChg>
      <pc:sldChg chg="del">
        <pc:chgData name="Aneta Młynarczyk" userId="S::aneta.mlynarczyk@student.uj.edu.pl::aaeb08f4-d6fc-4bf2-a02c-99e7ea520122" providerId="AD" clId="Web-{D9ED4361-EEAE-661B-BA7B-45ED69EAFC10}" dt="2025-01-21T16:58:57.615" v="0"/>
        <pc:sldMkLst>
          <pc:docMk/>
          <pc:sldMk cId="3440902765" sldId="272"/>
        </pc:sldMkLst>
      </pc:sldChg>
      <pc:sldChg chg="modNotes">
        <pc:chgData name="Aneta Młynarczyk" userId="S::aneta.mlynarczyk@student.uj.edu.pl::aaeb08f4-d6fc-4bf2-a02c-99e7ea520122" providerId="AD" clId="Web-{D9ED4361-EEAE-661B-BA7B-45ED69EAFC10}" dt="2025-01-21T17:46:42.546" v="162"/>
        <pc:sldMkLst>
          <pc:docMk/>
          <pc:sldMk cId="2730469224" sldId="273"/>
        </pc:sldMkLst>
      </pc:sldChg>
      <pc:sldChg chg="delSp modSp">
        <pc:chgData name="Aneta Młynarczyk" userId="S::aneta.mlynarczyk@student.uj.edu.pl::aaeb08f4-d6fc-4bf2-a02c-99e7ea520122" providerId="AD" clId="Web-{D9ED4361-EEAE-661B-BA7B-45ED69EAFC10}" dt="2025-01-21T17:35:06.631" v="124" actId="20577"/>
        <pc:sldMkLst>
          <pc:docMk/>
          <pc:sldMk cId="3215567446" sldId="274"/>
        </pc:sldMkLst>
        <pc:spChg chg="mod">
          <ac:chgData name="Aneta Młynarczyk" userId="S::aneta.mlynarczyk@student.uj.edu.pl::aaeb08f4-d6fc-4bf2-a02c-99e7ea520122" providerId="AD" clId="Web-{D9ED4361-EEAE-661B-BA7B-45ED69EAFC10}" dt="2025-01-21T17:35:06.631" v="124" actId="20577"/>
          <ac:spMkLst>
            <pc:docMk/>
            <pc:sldMk cId="3215567446" sldId="274"/>
            <ac:spMk id="2" creationId="{0B09BADA-13CF-5BC9-934D-901AE9B15774}"/>
          </ac:spMkLst>
        </pc:spChg>
        <pc:spChg chg="del">
          <ac:chgData name="Aneta Młynarczyk" userId="S::aneta.mlynarczyk@student.uj.edu.pl::aaeb08f4-d6fc-4bf2-a02c-99e7ea520122" providerId="AD" clId="Web-{D9ED4361-EEAE-661B-BA7B-45ED69EAFC10}" dt="2025-01-21T17:34:56.490" v="121"/>
          <ac:spMkLst>
            <pc:docMk/>
            <pc:sldMk cId="3215567446" sldId="274"/>
            <ac:spMk id="3" creationId="{941529F5-FE79-947E-AB1E-E57210B9641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l-PL"/>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6759D9-8EFD-4442-9CD7-8BA50A9925A4}" type="datetimeFigureOut">
              <a:rPr lang="pl-PL" smtClean="0"/>
              <a:t>22.01.2025</a:t>
            </a:fld>
            <a:endParaRPr lang="pl-PL"/>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l-PL"/>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l-PL"/>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D955E1-13EC-4A5D-BA29-853BA2D732D3}" type="slidenum">
              <a:rPr lang="pl-PL" smtClean="0"/>
              <a:t>‹#›</a:t>
            </a:fld>
            <a:endParaRPr lang="pl-PL"/>
          </a:p>
        </p:txBody>
      </p:sp>
    </p:spTree>
    <p:extLst>
      <p:ext uri="{BB962C8B-B14F-4D97-AF65-F5344CB8AC3E}">
        <p14:creationId xmlns:p14="http://schemas.microsoft.com/office/powerpoint/2010/main" val="600173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a:t>Our problem is binary classification, where we predict if a company will go bankrupt or not based on the data</a:t>
            </a:r>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2</a:t>
            </a:fld>
            <a:endParaRPr lang="pl-PL"/>
          </a:p>
        </p:txBody>
      </p:sp>
    </p:spTree>
    <p:extLst>
      <p:ext uri="{BB962C8B-B14F-4D97-AF65-F5344CB8AC3E}">
        <p14:creationId xmlns:p14="http://schemas.microsoft.com/office/powerpoint/2010/main" val="516155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a:t>We have 6,819 instances and 95 features, with no missing values. </a:t>
            </a:r>
            <a:endParaRPr lang="pl-PL"/>
          </a:p>
          <a:p>
            <a:r>
              <a:rPr lang="en-US"/>
              <a:t>However, </a:t>
            </a:r>
            <a:r>
              <a:rPr lang="pl-PL" err="1"/>
              <a:t>two</a:t>
            </a:r>
            <a:r>
              <a:rPr lang="en-US"/>
              <a:t> of the columns </a:t>
            </a:r>
            <a:r>
              <a:rPr lang="pl-PL" err="1"/>
              <a:t>are</a:t>
            </a:r>
            <a:r>
              <a:rPr lang="en-US"/>
              <a:t> unnecessary</a:t>
            </a:r>
            <a:endParaRPr lang="pl-PL"/>
          </a:p>
          <a:p>
            <a:r>
              <a:rPr lang="en-US"/>
              <a:t>Additionally, there is a significant imbalance in the distribution of values across the columns.</a:t>
            </a:r>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3</a:t>
            </a:fld>
            <a:endParaRPr lang="pl-PL"/>
          </a:p>
        </p:txBody>
      </p:sp>
    </p:spTree>
    <p:extLst>
      <p:ext uri="{BB962C8B-B14F-4D97-AF65-F5344CB8AC3E}">
        <p14:creationId xmlns:p14="http://schemas.microsoft.com/office/powerpoint/2010/main" val="1281080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a:t>Our dataset is also </a:t>
            </a:r>
            <a:r>
              <a:rPr lang="en-US" b="1"/>
              <a:t>imbalanced in terms</a:t>
            </a:r>
            <a:r>
              <a:rPr lang="en-US"/>
              <a:t> of the distribution of the negative and positive classes. </a:t>
            </a:r>
            <a:endParaRPr lang="pl-PL"/>
          </a:p>
          <a:p>
            <a:r>
              <a:rPr lang="en-US"/>
              <a:t>Among the </a:t>
            </a:r>
            <a:r>
              <a:rPr lang="pl-PL" err="1"/>
              <a:t>all</a:t>
            </a:r>
            <a:r>
              <a:rPr lang="en-US"/>
              <a:t> companies</a:t>
            </a:r>
            <a:r>
              <a:rPr lang="pl-PL"/>
              <a:t> </a:t>
            </a:r>
            <a:r>
              <a:rPr lang="en-US"/>
              <a:t>6,599 have gone bankrupt, while 220 have not. </a:t>
            </a:r>
            <a:endParaRPr lang="pl-PL"/>
          </a:p>
          <a:p>
            <a:r>
              <a:rPr lang="en-US"/>
              <a:t>This means that only a small percentage of companies </a:t>
            </a:r>
            <a:r>
              <a:rPr lang="en-US" b="1"/>
              <a:t>3.23</a:t>
            </a:r>
            <a:r>
              <a:rPr lang="pl-PL" b="1"/>
              <a:t>% </a:t>
            </a:r>
            <a:r>
              <a:rPr lang="pl-PL" b="1" err="1"/>
              <a:t>had</a:t>
            </a:r>
            <a:r>
              <a:rPr lang="pl-PL" b="1"/>
              <a:t> </a:t>
            </a:r>
            <a:r>
              <a:rPr lang="pl-PL" b="1" err="1"/>
              <a:t>bankrupt</a:t>
            </a:r>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4</a:t>
            </a:fld>
            <a:endParaRPr lang="pl-PL"/>
          </a:p>
        </p:txBody>
      </p:sp>
    </p:spTree>
    <p:extLst>
      <p:ext uri="{BB962C8B-B14F-4D97-AF65-F5344CB8AC3E}">
        <p14:creationId xmlns:p14="http://schemas.microsoft.com/office/powerpoint/2010/main" val="1390046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pPr>
              <a:lnSpc>
                <a:spcPct val="115000"/>
              </a:lnSpc>
              <a:spcAft>
                <a:spcPts val="800"/>
              </a:spcAft>
            </a:pPr>
            <a:r>
              <a:rPr lang="en-GB" sz="1800" b="1" kern="100">
                <a:effectLst/>
                <a:latin typeface="Aptos" panose="020B0004020202020204" pitchFamily="34" charset="0"/>
                <a:ea typeface="Aptos" panose="020B0004020202020204" pitchFamily="34" charset="0"/>
                <a:cs typeface="Times New Roman" panose="02020603050405020304" pitchFamily="18" charset="0"/>
              </a:rPr>
              <a:t>There are some challenges with</a:t>
            </a:r>
            <a:r>
              <a:rPr lang="en-GB" sz="1800" kern="100">
                <a:effectLst/>
                <a:latin typeface="Aptos" panose="020B0004020202020204" pitchFamily="34" charset="0"/>
                <a:ea typeface="Aptos" panose="020B0004020202020204" pitchFamily="34" charset="0"/>
                <a:cs typeface="Times New Roman" panose="02020603050405020304" pitchFamily="18" charset="0"/>
              </a:rPr>
              <a:t> evaluating imbalanced dataset. </a:t>
            </a:r>
            <a:endParaRPr lang="pl-PL" sz="1800" kern="100">
              <a:effectLst/>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pPr>
            <a:r>
              <a:rPr lang="en-US" sz="1800" b="1" kern="100">
                <a:effectLst/>
                <a:latin typeface="Aptos" panose="020B0004020202020204" pitchFamily="34" charset="0"/>
                <a:ea typeface="Aptos" panose="020B0004020202020204" pitchFamily="34" charset="0"/>
                <a:cs typeface="Times New Roman" panose="02020603050405020304" pitchFamily="18" charset="0"/>
              </a:rPr>
              <a:t>When classes</a:t>
            </a:r>
            <a:r>
              <a:rPr lang="en-US" sz="1800" kern="100">
                <a:effectLst/>
                <a:latin typeface="Aptos" panose="020B0004020202020204" pitchFamily="34" charset="0"/>
                <a:ea typeface="Aptos" panose="020B0004020202020204" pitchFamily="34" charset="0"/>
                <a:cs typeface="Times New Roman" panose="02020603050405020304" pitchFamily="18" charset="0"/>
              </a:rPr>
              <a:t> are imbalanced</a:t>
            </a:r>
            <a:r>
              <a:rPr lang="pl-PL" sz="1800" kern="100">
                <a:effectLst/>
                <a:latin typeface="Aptos" panose="020B0004020202020204" pitchFamily="34" charset="0"/>
                <a:ea typeface="Aptos" panose="020B0004020202020204" pitchFamily="34" charset="0"/>
                <a:cs typeface="Times New Roman" panose="02020603050405020304" pitchFamily="18" charset="0"/>
              </a:rPr>
              <a:t> </a:t>
            </a:r>
            <a:r>
              <a:rPr lang="en-US" sz="1800" kern="100">
                <a:effectLst/>
                <a:latin typeface="Aptos" panose="020B0004020202020204" pitchFamily="34" charset="0"/>
                <a:ea typeface="Aptos" panose="020B0004020202020204" pitchFamily="34" charset="0"/>
                <a:cs typeface="Times New Roman" panose="02020603050405020304" pitchFamily="18" charset="0"/>
              </a:rPr>
              <a:t>, accuracy isn’t a good metric because it can be misleading</a:t>
            </a:r>
            <a:r>
              <a:rPr lang="en-GB" sz="1800" kern="100">
                <a:effectLst/>
                <a:latin typeface="Aptos" panose="020B0004020202020204" pitchFamily="34" charset="0"/>
                <a:ea typeface="Aptos" panose="020B0004020202020204" pitchFamily="34" charset="0"/>
                <a:cs typeface="Times New Roman" panose="02020603050405020304" pitchFamily="18" charset="0"/>
              </a:rPr>
              <a:t>. </a:t>
            </a:r>
            <a:r>
              <a:rPr lang="en-US" sz="1800" kern="100">
                <a:effectLst/>
                <a:latin typeface="Aptos" panose="020B0004020202020204" pitchFamily="34" charset="0"/>
                <a:ea typeface="Aptos" panose="020B0004020202020204" pitchFamily="34" charset="0"/>
                <a:cs typeface="Times New Roman" panose="02020603050405020304" pitchFamily="18" charset="0"/>
              </a:rPr>
              <a:t>In such cases, it's better to focus on precision and recall for each class individually  BECAUSE  </a:t>
            </a:r>
            <a:r>
              <a:rPr lang="en-US" sz="1800" b="1" kern="100">
                <a:effectLst/>
                <a:latin typeface="Aptos" panose="020B0004020202020204" pitchFamily="34" charset="0"/>
                <a:ea typeface="Aptos" panose="020B0004020202020204" pitchFamily="34" charset="0"/>
                <a:cs typeface="Times New Roman" panose="02020603050405020304" pitchFamily="18" charset="0"/>
              </a:rPr>
              <a:t>Precision</a:t>
            </a:r>
            <a:r>
              <a:rPr lang="en-US" sz="1800" kern="100">
                <a:effectLst/>
                <a:latin typeface="Aptos" panose="020B0004020202020204" pitchFamily="34" charset="0"/>
                <a:ea typeface="Aptos" panose="020B0004020202020204" pitchFamily="34" charset="0"/>
                <a:cs typeface="Times New Roman" panose="02020603050405020304" pitchFamily="18" charset="0"/>
              </a:rPr>
              <a:t> tells us how many of the things the model said were positive are actually positive. AND </a:t>
            </a:r>
            <a:r>
              <a:rPr lang="en-US" sz="1800" b="1" kern="100">
                <a:effectLst/>
                <a:latin typeface="Aptos" panose="020B0004020202020204" pitchFamily="34" charset="0"/>
                <a:ea typeface="Aptos" panose="020B0004020202020204" pitchFamily="34" charset="0"/>
                <a:cs typeface="Times New Roman" panose="02020603050405020304" pitchFamily="18" charset="0"/>
              </a:rPr>
              <a:t>Recall</a:t>
            </a:r>
            <a:r>
              <a:rPr lang="en-US" sz="1800" kern="100">
                <a:effectLst/>
                <a:latin typeface="Aptos" panose="020B0004020202020204" pitchFamily="34" charset="0"/>
                <a:ea typeface="Aptos" panose="020B0004020202020204" pitchFamily="34" charset="0"/>
                <a:cs typeface="Times New Roman" panose="02020603050405020304" pitchFamily="18" charset="0"/>
              </a:rPr>
              <a:t> tells us how many of the real positive cases the model found.</a:t>
            </a:r>
            <a:endParaRPr lang="pl-PL" sz="1800" kern="100">
              <a:effectLst/>
              <a:latin typeface="Aptos" panose="020B0004020202020204" pitchFamily="34" charset="0"/>
              <a:ea typeface="Aptos" panose="020B0004020202020204" pitchFamily="34" charset="0"/>
              <a:cs typeface="Times New Roman" panose="02020603050405020304" pitchFamily="18" charset="0"/>
            </a:endParaRPr>
          </a:p>
          <a:p>
            <a:r>
              <a:rPr lang="en-US"/>
              <a:t>.</a:t>
            </a:r>
            <a:r>
              <a:rPr lang="pl-PL"/>
              <a:t> </a:t>
            </a:r>
            <a:endParaRPr lang="en-US"/>
          </a:p>
        </p:txBody>
      </p:sp>
      <p:sp>
        <p:nvSpPr>
          <p:cNvPr id="4" name="Symbol zastępczy numeru slajdu 3"/>
          <p:cNvSpPr>
            <a:spLocks noGrp="1"/>
          </p:cNvSpPr>
          <p:nvPr>
            <p:ph type="sldNum" sz="quarter" idx="5"/>
          </p:nvPr>
        </p:nvSpPr>
        <p:spPr/>
        <p:txBody>
          <a:bodyPr/>
          <a:lstStyle/>
          <a:p>
            <a:fld id="{63D955E1-13EC-4A5D-BA29-853BA2D732D3}" type="slidenum">
              <a:rPr lang="pl-PL" smtClean="0"/>
              <a:t>5</a:t>
            </a:fld>
            <a:endParaRPr lang="pl-PL"/>
          </a:p>
        </p:txBody>
      </p:sp>
    </p:spTree>
    <p:extLst>
      <p:ext uri="{BB962C8B-B14F-4D97-AF65-F5344CB8AC3E}">
        <p14:creationId xmlns:p14="http://schemas.microsoft.com/office/powerpoint/2010/main" val="2951207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a:effectLst/>
                <a:latin typeface="Aptos" panose="020B0004020202020204" pitchFamily="34" charset="0"/>
                <a:ea typeface="Aptos" panose="020B0004020202020204" pitchFamily="34" charset="0"/>
                <a:cs typeface="Times New Roman" panose="02020603050405020304" pitchFamily="18" charset="0"/>
              </a:rPr>
              <a:t>Here we can see the result of evaluation on Rav Data </a:t>
            </a:r>
            <a:endParaRPr lang="pl-PL" sz="1800" b="1" kern="100">
              <a:effectLst/>
              <a:latin typeface="Aptos" panose="020B0004020202020204" pitchFamily="34" charset="0"/>
              <a:ea typeface="Aptos" panose="020B000402020202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00">
                <a:effectLst/>
                <a:latin typeface="Aptos" panose="020B0004020202020204" pitchFamily="34" charset="0"/>
                <a:ea typeface="Aptos" panose="020B0004020202020204" pitchFamily="34" charset="0"/>
                <a:cs typeface="Times New Roman" panose="02020603050405020304" pitchFamily="18" charset="0"/>
              </a:rPr>
              <a:t>The accuracy is 97%, </a:t>
            </a:r>
            <a:r>
              <a:rPr lang="en-US" sz="1800" kern="100">
                <a:effectLst/>
                <a:latin typeface="Aptos" panose="020B0004020202020204" pitchFamily="34" charset="0"/>
                <a:ea typeface="Aptos" panose="020B0004020202020204" pitchFamily="34" charset="0"/>
                <a:cs typeface="Times New Roman" panose="02020603050405020304" pitchFamily="18" charset="0"/>
              </a:rPr>
              <a:t>but it's clear that it's not a </a:t>
            </a:r>
            <a:r>
              <a:rPr lang="en-GB" sz="1800" kern="100">
                <a:effectLst/>
                <a:latin typeface="Aptos" panose="020B0004020202020204" pitchFamily="34" charset="0"/>
                <a:ea typeface="Aptos" panose="020B0004020202020204" pitchFamily="34" charset="0"/>
                <a:cs typeface="Times New Roman" panose="02020603050405020304" pitchFamily="18" charset="0"/>
              </a:rPr>
              <a:t>valid</a:t>
            </a:r>
            <a:r>
              <a:rPr lang="en-US" sz="1800" kern="100">
                <a:effectLst/>
                <a:latin typeface="Aptos" panose="020B0004020202020204" pitchFamily="34" charset="0"/>
                <a:ea typeface="Aptos" panose="020B0004020202020204" pitchFamily="34" charset="0"/>
                <a:cs typeface="Times New Roman" panose="02020603050405020304" pitchFamily="18" charset="0"/>
              </a:rPr>
              <a:t> indicator because </a:t>
            </a:r>
            <a:r>
              <a:rPr lang="en-US" sz="1800" b="1" kern="100">
                <a:effectLst/>
                <a:latin typeface="Aptos" panose="020B0004020202020204" pitchFamily="34" charset="0"/>
                <a:ea typeface="Aptos" panose="020B0004020202020204" pitchFamily="34" charset="0"/>
                <a:cs typeface="Times New Roman" panose="02020603050405020304" pitchFamily="18" charset="0"/>
              </a:rPr>
              <a:t>the model has trouble</a:t>
            </a:r>
            <a:r>
              <a:rPr lang="en-US" sz="1800" kern="100">
                <a:effectLst/>
                <a:latin typeface="Aptos" panose="020B0004020202020204" pitchFamily="34" charset="0"/>
                <a:ea typeface="Aptos" panose="020B0004020202020204" pitchFamily="34" charset="0"/>
                <a:cs typeface="Times New Roman" panose="02020603050405020304" pitchFamily="18" charset="0"/>
              </a:rPr>
              <a:t> identifying companies that went bankrupt AND model tends to favor the majority class due to imbalance. </a:t>
            </a:r>
            <a:r>
              <a:rPr lang="en-GB" sz="1800" b="1" kern="100">
                <a:effectLst/>
                <a:latin typeface="Aptos" panose="020B0004020202020204" pitchFamily="34" charset="0"/>
                <a:ea typeface="Aptos" panose="020B0004020202020204" pitchFamily="34" charset="0"/>
                <a:cs typeface="Times New Roman" panose="02020603050405020304" pitchFamily="18" charset="0"/>
              </a:rPr>
              <a:t>Our task in</a:t>
            </a:r>
            <a:r>
              <a:rPr lang="en-GB" sz="1800" kern="100">
                <a:effectLst/>
                <a:latin typeface="Aptos" panose="020B0004020202020204" pitchFamily="34" charset="0"/>
                <a:ea typeface="Aptos" panose="020B0004020202020204" pitchFamily="34" charset="0"/>
                <a:cs typeface="Times New Roman" panose="02020603050405020304" pitchFamily="18" charset="0"/>
              </a:rPr>
              <a:t> this project was to make this imbalance as insignificant as possible.</a:t>
            </a:r>
            <a:endParaRPr lang="pl-PL" sz="1800" kern="100">
              <a:effectLst/>
              <a:latin typeface="Aptos" panose="020B0004020202020204" pitchFamily="34" charset="0"/>
              <a:ea typeface="Aptos" panose="020B000402020202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6</a:t>
            </a:fld>
            <a:endParaRPr lang="pl-PL"/>
          </a:p>
        </p:txBody>
      </p:sp>
    </p:spTree>
    <p:extLst>
      <p:ext uri="{BB962C8B-B14F-4D97-AF65-F5344CB8AC3E}">
        <p14:creationId xmlns:p14="http://schemas.microsoft.com/office/powerpoint/2010/main" val="27588063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b="1"/>
              <a:t>We removed columns </a:t>
            </a:r>
            <a:r>
              <a:rPr lang="en-US"/>
              <a:t>with a linear correlation higher than 80%</a:t>
            </a:r>
            <a:r>
              <a:rPr lang="pl-PL"/>
              <a:t> </a:t>
            </a:r>
            <a:r>
              <a:rPr lang="en-US"/>
              <a:t>we considered </a:t>
            </a:r>
            <a:r>
              <a:rPr lang="pl-PL" err="1"/>
              <a:t>it’s</a:t>
            </a:r>
            <a:r>
              <a:rPr lang="en-US"/>
              <a:t> too high based on the correlation histogram.</a:t>
            </a:r>
            <a:r>
              <a:rPr lang="pl-PL"/>
              <a:t> </a:t>
            </a:r>
            <a:r>
              <a:rPr lang="en-US" b="1"/>
              <a:t>We tested </a:t>
            </a:r>
            <a:r>
              <a:rPr lang="en-US"/>
              <a:t>different correlation thresholds</a:t>
            </a:r>
            <a:r>
              <a:rPr lang="en-US" b="1"/>
              <a:t>, but </a:t>
            </a:r>
            <a:r>
              <a:rPr lang="pl-PL" b="1"/>
              <a:t>we </a:t>
            </a:r>
            <a:r>
              <a:rPr lang="pl-PL" b="1" err="1"/>
              <a:t>have</a:t>
            </a:r>
            <a:r>
              <a:rPr lang="pl-PL" b="1"/>
              <a:t> to </a:t>
            </a:r>
            <a:r>
              <a:rPr lang="pl-PL" b="1" err="1"/>
              <a:t>admit</a:t>
            </a:r>
            <a:r>
              <a:rPr lang="pl-PL" b="1"/>
              <a:t> </a:t>
            </a:r>
            <a:r>
              <a:rPr lang="pl-PL" err="1"/>
              <a:t>that</a:t>
            </a:r>
            <a:r>
              <a:rPr lang="pl-PL"/>
              <a:t> </a:t>
            </a:r>
            <a:r>
              <a:rPr lang="en-US"/>
              <a:t>this step wasn’t crucial and didn’t significantly affect the results. It mainly helped reduce the data size, speeding up computations.</a:t>
            </a:r>
            <a:endParaRPr lang="pl-PL"/>
          </a:p>
          <a:p>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7</a:t>
            </a:fld>
            <a:endParaRPr lang="pl-PL"/>
          </a:p>
        </p:txBody>
      </p:sp>
    </p:spTree>
    <p:extLst>
      <p:ext uri="{BB962C8B-B14F-4D97-AF65-F5344CB8AC3E}">
        <p14:creationId xmlns:p14="http://schemas.microsoft.com/office/powerpoint/2010/main" val="1598477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D4E6B-601C-083C-8994-8D3E086B836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8785744D-6F0C-460D-F716-3D30B2CD8724}"/>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C970ED17-E35A-B5E8-8A64-9731A1054388}"/>
              </a:ext>
            </a:extLst>
          </p:cNvPr>
          <p:cNvSpPr>
            <a:spLocks noGrp="1"/>
          </p:cNvSpPr>
          <p:nvPr>
            <p:ph type="body" idx="1"/>
          </p:nvPr>
        </p:nvSpPr>
        <p:spPr/>
        <p:txBody>
          <a:bodyPr/>
          <a:lstStyle/>
          <a:p>
            <a:r>
              <a:rPr lang="en-US"/>
              <a:t>We used Standard Scaler for </a:t>
            </a:r>
            <a:r>
              <a:rPr lang="en-US" b="1"/>
              <a:t>each column independently </a:t>
            </a:r>
            <a:r>
              <a:rPr lang="en-US"/>
              <a:t>to standardize the data. </a:t>
            </a:r>
            <a:r>
              <a:rPr lang="pl-PL" b="1"/>
              <a:t>We </a:t>
            </a:r>
            <a:r>
              <a:rPr lang="pl-PL" b="1" err="1"/>
              <a:t>had</a:t>
            </a:r>
            <a:r>
              <a:rPr lang="pl-PL" b="1"/>
              <a:t> </a:t>
            </a:r>
            <a:r>
              <a:rPr lang="pl-PL" b="1" err="1"/>
              <a:t>achieved</a:t>
            </a:r>
            <a:r>
              <a:rPr lang="pl-PL" b="1"/>
              <a:t> </a:t>
            </a:r>
            <a:r>
              <a:rPr lang="en-US"/>
              <a:t>an overall improvement in the model's performance.</a:t>
            </a:r>
            <a:r>
              <a:rPr lang="pl-PL"/>
              <a:t> </a:t>
            </a:r>
            <a:r>
              <a:rPr lang="en-US" b="1"/>
              <a:t>We also experimented </a:t>
            </a:r>
            <a:r>
              <a:rPr lang="en-US"/>
              <a:t>with different standardization methods for</a:t>
            </a:r>
            <a:r>
              <a:rPr lang="pl-PL"/>
              <a:t> </a:t>
            </a:r>
            <a:r>
              <a:rPr lang="pl-PL" err="1"/>
              <a:t>some</a:t>
            </a:r>
            <a:r>
              <a:rPr lang="pl-PL"/>
              <a:t> </a:t>
            </a:r>
            <a:r>
              <a:rPr lang="pl-PL" err="1"/>
              <a:t>groups</a:t>
            </a:r>
            <a:r>
              <a:rPr lang="pl-PL"/>
              <a:t> of </a:t>
            </a:r>
            <a:r>
              <a:rPr lang="pl-PL" err="1"/>
              <a:t>features</a:t>
            </a:r>
            <a:r>
              <a:rPr lang="pl-PL"/>
              <a:t> </a:t>
            </a:r>
            <a:r>
              <a:rPr lang="en-US"/>
              <a:t>but</a:t>
            </a:r>
            <a:r>
              <a:rPr lang="pl-PL"/>
              <a:t> in finale </a:t>
            </a:r>
            <a:r>
              <a:rPr lang="pl-PL" err="1"/>
              <a:t>case</a:t>
            </a:r>
            <a:r>
              <a:rPr lang="pl-PL"/>
              <a:t> </a:t>
            </a:r>
            <a:r>
              <a:rPr lang="en-US"/>
              <a:t>our best models</a:t>
            </a:r>
            <a:r>
              <a:rPr lang="pl-PL"/>
              <a:t> </a:t>
            </a:r>
            <a:r>
              <a:rPr lang="pl-PL" err="1"/>
              <a:t>use</a:t>
            </a:r>
            <a:r>
              <a:rPr lang="pl-PL"/>
              <a:t> </a:t>
            </a:r>
            <a:r>
              <a:rPr lang="pl-PL" err="1"/>
              <a:t>only</a:t>
            </a:r>
            <a:r>
              <a:rPr lang="pl-PL"/>
              <a:t> </a:t>
            </a:r>
            <a:r>
              <a:rPr lang="pl-PL" err="1"/>
              <a:t>StandardScaler</a:t>
            </a:r>
            <a:r>
              <a:rPr lang="pl-PL"/>
              <a:t>(). </a:t>
            </a:r>
          </a:p>
        </p:txBody>
      </p:sp>
      <p:sp>
        <p:nvSpPr>
          <p:cNvPr id="4" name="Symbol zastępczy numeru slajdu 3">
            <a:extLst>
              <a:ext uri="{FF2B5EF4-FFF2-40B4-BE49-F238E27FC236}">
                <a16:creationId xmlns:a16="http://schemas.microsoft.com/office/drawing/2014/main" id="{67DB44C8-A5D1-38E3-C28C-B892826CC744}"/>
              </a:ext>
            </a:extLst>
          </p:cNvPr>
          <p:cNvSpPr>
            <a:spLocks noGrp="1"/>
          </p:cNvSpPr>
          <p:nvPr>
            <p:ph type="sldNum" sz="quarter" idx="5"/>
          </p:nvPr>
        </p:nvSpPr>
        <p:spPr/>
        <p:txBody>
          <a:bodyPr/>
          <a:lstStyle/>
          <a:p>
            <a:fld id="{63D955E1-13EC-4A5D-BA29-853BA2D732D3}" type="slidenum">
              <a:rPr lang="pl-PL" smtClean="0"/>
              <a:t>8</a:t>
            </a:fld>
            <a:endParaRPr lang="pl-PL"/>
          </a:p>
        </p:txBody>
      </p:sp>
    </p:spTree>
    <p:extLst>
      <p:ext uri="{BB962C8B-B14F-4D97-AF65-F5344CB8AC3E}">
        <p14:creationId xmlns:p14="http://schemas.microsoft.com/office/powerpoint/2010/main" val="22492383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a:t>Removing many outliers reduced the data for training and lowered recall.</a:t>
            </a:r>
            <a:endParaRPr lang="pl-PL"/>
          </a:p>
          <a:p>
            <a:endParaRPr lang="en-US">
              <a:latin typeface="Calibri"/>
              <a:ea typeface="Calibri"/>
              <a:cs typeface="Calibri"/>
            </a:endParaRPr>
          </a:p>
        </p:txBody>
      </p:sp>
      <p:sp>
        <p:nvSpPr>
          <p:cNvPr id="4" name="Symbol zastępczy numeru slajdu 3"/>
          <p:cNvSpPr>
            <a:spLocks noGrp="1"/>
          </p:cNvSpPr>
          <p:nvPr>
            <p:ph type="sldNum" sz="quarter" idx="5"/>
          </p:nvPr>
        </p:nvSpPr>
        <p:spPr/>
        <p:txBody>
          <a:bodyPr/>
          <a:lstStyle/>
          <a:p>
            <a:fld id="{63D955E1-13EC-4A5D-BA29-853BA2D732D3}" type="slidenum">
              <a:rPr lang="pl-PL" smtClean="0"/>
              <a:t>9</a:t>
            </a:fld>
            <a:endParaRPr lang="pl-PL"/>
          </a:p>
        </p:txBody>
      </p:sp>
    </p:spTree>
    <p:extLst>
      <p:ext uri="{BB962C8B-B14F-4D97-AF65-F5344CB8AC3E}">
        <p14:creationId xmlns:p14="http://schemas.microsoft.com/office/powerpoint/2010/main" val="1081876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E3CE0-40DA-FBFF-2D12-A012ADB9C0D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6BAB370-03F1-65B9-0105-DAB855B2F524}"/>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82268608-580F-7845-9B18-E0B81B915BD3}"/>
              </a:ext>
            </a:extLst>
          </p:cNvPr>
          <p:cNvSpPr>
            <a:spLocks noGrp="1"/>
          </p:cNvSpPr>
          <p:nvPr>
            <p:ph type="body" idx="1"/>
          </p:nvPr>
        </p:nvSpPr>
        <p:spPr/>
        <p:txBody>
          <a:bodyPr/>
          <a:lstStyle/>
          <a:p>
            <a:pPr>
              <a:defRPr/>
            </a:pPr>
            <a:r>
              <a:rPr lang="en-US"/>
              <a:t>DANE </a:t>
            </a:r>
            <a:r>
              <a:rPr lang="en-US" err="1"/>
              <a:t>podział</a:t>
            </a:r>
            <a:r>
              <a:rPr lang="en-US"/>
              <a:t> </a:t>
            </a:r>
            <a:r>
              <a:rPr lang="en-US" err="1"/>
              <a:t>val</a:t>
            </a:r>
            <a:r>
              <a:rPr lang="en-US"/>
              <a:t> -validation</a:t>
            </a:r>
          </a:p>
          <a:p>
            <a:pPr>
              <a:defRPr/>
            </a:pPr>
            <a:r>
              <a:rPr lang="en-US"/>
              <a:t>Our final version after editing the data for </a:t>
            </a:r>
            <a:r>
              <a:rPr lang="en-US" err="1"/>
              <a:t>LightGBM</a:t>
            </a:r>
            <a:r>
              <a:rPr lang="en-US"/>
              <a:t>: we managed to get the most balanced results, which are well-suited for our dataset. Additionally, the model shows good overall performance across various metrics, indicating its robustness and reliability for this particular task. This balance in the metrics suggests that the model is generalizing well and can be trusted to make accurate predictions in real-world scenarios.</a:t>
            </a:r>
            <a:endParaRPr lang="pl-PL"/>
          </a:p>
          <a:p>
            <a:endParaRPr lang="pl-PL"/>
          </a:p>
        </p:txBody>
      </p:sp>
      <p:sp>
        <p:nvSpPr>
          <p:cNvPr id="4" name="Symbol zastępczy numeru slajdu 3">
            <a:extLst>
              <a:ext uri="{FF2B5EF4-FFF2-40B4-BE49-F238E27FC236}">
                <a16:creationId xmlns:a16="http://schemas.microsoft.com/office/drawing/2014/main" id="{D621EF68-1A8D-20AC-1818-8864791388ED}"/>
              </a:ext>
            </a:extLst>
          </p:cNvPr>
          <p:cNvSpPr>
            <a:spLocks noGrp="1"/>
          </p:cNvSpPr>
          <p:nvPr>
            <p:ph type="sldNum" sz="quarter" idx="5"/>
          </p:nvPr>
        </p:nvSpPr>
        <p:spPr/>
        <p:txBody>
          <a:bodyPr/>
          <a:lstStyle/>
          <a:p>
            <a:fld id="{63D955E1-13EC-4A5D-BA29-853BA2D732D3}" type="slidenum">
              <a:rPr lang="pl-PL" smtClean="0"/>
              <a:t>10</a:t>
            </a:fld>
            <a:endParaRPr lang="pl-PL"/>
          </a:p>
        </p:txBody>
      </p:sp>
    </p:spTree>
    <p:extLst>
      <p:ext uri="{BB962C8B-B14F-4D97-AF65-F5344CB8AC3E}">
        <p14:creationId xmlns:p14="http://schemas.microsoft.com/office/powerpoint/2010/main" val="36354517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en-US"/>
              <a:t>AUC=0.95 means the model works well and clearly separates the classes, not guessing randomly.</a:t>
            </a:r>
            <a:endParaRPr lang="pl-PL"/>
          </a:p>
          <a:p>
            <a:endParaRPr lang="en-US"/>
          </a:p>
        </p:txBody>
      </p:sp>
      <p:sp>
        <p:nvSpPr>
          <p:cNvPr id="4" name="Symbol zastępczy numeru slajdu 3"/>
          <p:cNvSpPr>
            <a:spLocks noGrp="1"/>
          </p:cNvSpPr>
          <p:nvPr>
            <p:ph type="sldNum" sz="quarter" idx="5"/>
          </p:nvPr>
        </p:nvSpPr>
        <p:spPr/>
        <p:txBody>
          <a:bodyPr/>
          <a:lstStyle/>
          <a:p>
            <a:fld id="{63D955E1-13EC-4A5D-BA29-853BA2D732D3}" type="slidenum">
              <a:rPr lang="pl-PL" smtClean="0"/>
              <a:t>11</a:t>
            </a:fld>
            <a:endParaRPr lang="pl-PL"/>
          </a:p>
        </p:txBody>
      </p:sp>
    </p:spTree>
    <p:extLst>
      <p:ext uri="{BB962C8B-B14F-4D97-AF65-F5344CB8AC3E}">
        <p14:creationId xmlns:p14="http://schemas.microsoft.com/office/powerpoint/2010/main" val="2003002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sz="1800" kern="100">
                <a:effectLst/>
                <a:latin typeface="Aptos" panose="020B0004020202020204" pitchFamily="34" charset="0"/>
                <a:ea typeface="Aptos" panose="020B0004020202020204" pitchFamily="34" charset="0"/>
                <a:cs typeface="Times New Roman" panose="02020603050405020304" pitchFamily="18" charset="0"/>
              </a:rPr>
              <a:t>We </a:t>
            </a:r>
            <a:r>
              <a:rPr lang="pl-PL" sz="1800" kern="100" err="1">
                <a:effectLst/>
                <a:latin typeface="Aptos" panose="020B0004020202020204" pitchFamily="34" charset="0"/>
                <a:ea typeface="Aptos" panose="020B0004020202020204" pitchFamily="34" charset="0"/>
                <a:cs typeface="Times New Roman" panose="02020603050405020304" pitchFamily="18" charset="0"/>
              </a:rPr>
              <a:t>selected</a:t>
            </a:r>
            <a:r>
              <a:rPr lang="pl-PL" sz="1800" kern="100">
                <a:effectLst/>
                <a:latin typeface="Aptos" panose="020B0004020202020204" pitchFamily="34" charset="0"/>
                <a:ea typeface="Aptos" panose="020B0004020202020204" pitchFamily="34" charset="0"/>
                <a:cs typeface="Times New Roman" panose="02020603050405020304" pitchFamily="18" charset="0"/>
              </a:rPr>
              <a:t> one </a:t>
            </a:r>
            <a:r>
              <a:rPr lang="pl-PL" sz="1800" kern="100" err="1">
                <a:effectLst/>
                <a:latin typeface="Aptos" panose="020B0004020202020204" pitchFamily="34" charset="0"/>
                <a:ea typeface="Aptos" panose="020B0004020202020204" pitchFamily="34" charset="0"/>
                <a:cs typeface="Times New Roman" panose="02020603050405020304" pitchFamily="18" charset="0"/>
              </a:rPr>
              <a:t>more</a:t>
            </a:r>
            <a:r>
              <a:rPr lang="pl-PL" sz="1800" kern="100">
                <a:effectLst/>
                <a:latin typeface="Aptos" panose="020B0004020202020204" pitchFamily="34" charset="0"/>
                <a:ea typeface="Aptos" panose="020B0004020202020204" pitchFamily="34" charset="0"/>
                <a:cs typeface="Times New Roman" panose="02020603050405020304" pitchFamily="18" charset="0"/>
              </a:rPr>
              <a:t> model </a:t>
            </a:r>
            <a:r>
              <a:rPr lang="pl-PL" sz="1800" kern="100" err="1">
                <a:effectLst/>
                <a:latin typeface="Aptos" panose="020B0004020202020204" pitchFamily="34" charset="0"/>
                <a:ea typeface="Aptos" panose="020B0004020202020204" pitchFamily="34" charset="0"/>
                <a:cs typeface="Times New Roman" panose="02020603050405020304" pitchFamily="18" charset="0"/>
              </a:rPr>
              <a:t>based</a:t>
            </a:r>
            <a:r>
              <a:rPr lang="pl-PL" sz="1800" kern="100">
                <a:effectLst/>
                <a:latin typeface="Aptos" panose="020B0004020202020204" pitchFamily="34" charset="0"/>
                <a:ea typeface="Aptos" panose="020B0004020202020204" pitchFamily="34" charset="0"/>
                <a:cs typeface="Times New Roman" panose="02020603050405020304" pitchFamily="18" charset="0"/>
              </a:rPr>
              <a:t> on the </a:t>
            </a:r>
            <a:r>
              <a:rPr lang="pl-PL" sz="1800" kern="100" err="1">
                <a:effectLst/>
                <a:latin typeface="Aptos" panose="020B0004020202020204" pitchFamily="34" charset="0"/>
                <a:ea typeface="Aptos" panose="020B0004020202020204" pitchFamily="34" charset="0"/>
                <a:cs typeface="Times New Roman" panose="02020603050405020304" pitchFamily="18" charset="0"/>
              </a:rPr>
              <a:t>previous</a:t>
            </a:r>
            <a:r>
              <a:rPr lang="pl-PL" sz="1800" kern="100">
                <a:effectLst/>
                <a:latin typeface="Aptos" panose="020B0004020202020204" pitchFamily="34" charset="0"/>
                <a:ea typeface="Aptos" panose="020B0004020202020204" pitchFamily="34" charset="0"/>
                <a:cs typeface="Times New Roman" panose="02020603050405020304" pitchFamily="18" charset="0"/>
              </a:rPr>
              <a:t> one, but </a:t>
            </a:r>
            <a:r>
              <a:rPr lang="pl-PL" sz="1800" kern="100" err="1">
                <a:effectLst/>
                <a:latin typeface="Aptos" panose="020B0004020202020204" pitchFamily="34" charset="0"/>
                <a:ea typeface="Aptos" panose="020B0004020202020204" pitchFamily="34" charset="0"/>
                <a:cs typeface="Times New Roman" panose="02020603050405020304" pitchFamily="18" charset="0"/>
              </a:rPr>
              <a:t>this</a:t>
            </a:r>
            <a:r>
              <a:rPr lang="pl-PL" sz="1800" kern="100">
                <a:effectLst/>
                <a:latin typeface="Aptos" panose="020B0004020202020204" pitchFamily="34" charset="0"/>
                <a:ea typeface="Aptos" panose="020B0004020202020204" pitchFamily="34" charset="0"/>
                <a:cs typeface="Times New Roman" panose="02020603050405020304" pitchFamily="18" charset="0"/>
              </a:rPr>
              <a:t> </a:t>
            </a:r>
            <a:r>
              <a:rPr lang="pl-PL" sz="1800" kern="100" err="1">
                <a:effectLst/>
                <a:latin typeface="Aptos" panose="020B0004020202020204" pitchFamily="34" charset="0"/>
                <a:ea typeface="Aptos" panose="020B0004020202020204" pitchFamily="34" charset="0"/>
                <a:cs typeface="Times New Roman" panose="02020603050405020304" pitchFamily="18" charset="0"/>
              </a:rPr>
              <a:t>time</a:t>
            </a:r>
            <a:r>
              <a:rPr lang="pl-PL" sz="1800" kern="100">
                <a:effectLst/>
                <a:latin typeface="Aptos" panose="020B0004020202020204" pitchFamily="34" charset="0"/>
                <a:ea typeface="Aptos" panose="020B0004020202020204" pitchFamily="34" charset="0"/>
                <a:cs typeface="Times New Roman" panose="02020603050405020304" pitchFamily="18" charset="0"/>
              </a:rPr>
              <a:t> we </a:t>
            </a:r>
            <a:r>
              <a:rPr lang="pl-PL" sz="1800" kern="100" err="1">
                <a:effectLst/>
                <a:latin typeface="Aptos" panose="020B0004020202020204" pitchFamily="34" charset="0"/>
                <a:ea typeface="Aptos" panose="020B0004020202020204" pitchFamily="34" charset="0"/>
                <a:cs typeface="Times New Roman" panose="02020603050405020304" pitchFamily="18" charset="0"/>
              </a:rPr>
              <a:t>removed</a:t>
            </a:r>
            <a:r>
              <a:rPr lang="pl-PL" sz="1800" kern="100">
                <a:effectLst/>
                <a:latin typeface="Aptos" panose="020B0004020202020204" pitchFamily="34" charset="0"/>
                <a:ea typeface="Aptos" panose="020B0004020202020204" pitchFamily="34" charset="0"/>
                <a:cs typeface="Times New Roman" panose="02020603050405020304" pitchFamily="18" charset="0"/>
              </a:rPr>
              <a:t> </a:t>
            </a:r>
            <a:r>
              <a:rPr lang="pl-PL" sz="1800" kern="100" err="1">
                <a:effectLst/>
                <a:latin typeface="Aptos" panose="020B0004020202020204" pitchFamily="34" charset="0"/>
                <a:ea typeface="Aptos" panose="020B0004020202020204" pitchFamily="34" charset="0"/>
                <a:cs typeface="Times New Roman" panose="02020603050405020304" pitchFamily="18" charset="0"/>
              </a:rPr>
              <a:t>outliers</a:t>
            </a:r>
            <a:r>
              <a:rPr lang="pl-PL" sz="1800" kern="100">
                <a:effectLst/>
                <a:latin typeface="Aptos" panose="020B0004020202020204" pitchFamily="34" charset="0"/>
                <a:ea typeface="Aptos" panose="020B0004020202020204" pitchFamily="34" charset="0"/>
                <a:cs typeface="Times New Roman" panose="02020603050405020304" pitchFamily="18" charset="0"/>
              </a:rPr>
              <a:t> from the </a:t>
            </a:r>
            <a:r>
              <a:rPr lang="pl-PL" sz="1800" kern="100" err="1">
                <a:effectLst/>
                <a:latin typeface="Aptos" panose="020B0004020202020204" pitchFamily="34" charset="0"/>
                <a:ea typeface="Aptos" panose="020B0004020202020204" pitchFamily="34" charset="0"/>
                <a:cs typeface="Times New Roman" panose="02020603050405020304" pitchFamily="18" charset="0"/>
              </a:rPr>
              <a:t>selected</a:t>
            </a:r>
            <a:r>
              <a:rPr lang="pl-PL" sz="1800" kern="100">
                <a:effectLst/>
                <a:latin typeface="Aptos" panose="020B0004020202020204" pitchFamily="34" charset="0"/>
                <a:ea typeface="Aptos" panose="020B0004020202020204" pitchFamily="34" charset="0"/>
                <a:cs typeface="Times New Roman" panose="02020603050405020304" pitchFamily="18" charset="0"/>
              </a:rPr>
              <a:t> </a:t>
            </a:r>
            <a:r>
              <a:rPr lang="pl-PL" sz="1800" kern="100" err="1">
                <a:effectLst/>
                <a:latin typeface="Aptos" panose="020B0004020202020204" pitchFamily="34" charset="0"/>
                <a:ea typeface="Aptos" panose="020B0004020202020204" pitchFamily="34" charset="0"/>
                <a:cs typeface="Times New Roman" panose="02020603050405020304" pitchFamily="18" charset="0"/>
              </a:rPr>
              <a:t>columns</a:t>
            </a:r>
            <a:endParaRPr lang="pl-PL" sz="1800" kern="100">
              <a:effectLst/>
              <a:latin typeface="Aptos" panose="020B0004020202020204" pitchFamily="34" charset="0"/>
              <a:ea typeface="Aptos" panose="020B0004020202020204" pitchFamily="34" charset="0"/>
              <a:cs typeface="Times New Roman" panose="02020603050405020304" pitchFamily="18" charset="0"/>
            </a:endParaRPr>
          </a:p>
          <a:p>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12</a:t>
            </a:fld>
            <a:endParaRPr lang="pl-PL"/>
          </a:p>
        </p:txBody>
      </p:sp>
    </p:spTree>
    <p:extLst>
      <p:ext uri="{BB962C8B-B14F-4D97-AF65-F5344CB8AC3E}">
        <p14:creationId xmlns:p14="http://schemas.microsoft.com/office/powerpoint/2010/main" val="1653493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a:t>We </a:t>
            </a:r>
            <a:r>
              <a:rPr lang="pl-PL" err="1"/>
              <a:t>lost</a:t>
            </a:r>
            <a:r>
              <a:rPr lang="pl-PL"/>
              <a:t> a</a:t>
            </a:r>
            <a:r>
              <a:rPr lang="en-US"/>
              <a:t>bout 30% of the samples, but it </a:t>
            </a:r>
            <a:r>
              <a:rPr lang="pl-PL" err="1"/>
              <a:t>increase</a:t>
            </a:r>
            <a:r>
              <a:rPr lang="en-US"/>
              <a:t> precision in detecting companies</a:t>
            </a:r>
            <a:r>
              <a:rPr lang="pl-PL"/>
              <a:t> but </a:t>
            </a:r>
            <a:r>
              <a:rPr lang="pl-PL" err="1"/>
              <a:t>decrease</a:t>
            </a:r>
            <a:r>
              <a:rPr lang="pl-PL"/>
              <a:t> </a:t>
            </a:r>
            <a:r>
              <a:rPr lang="pl-PL" err="1"/>
              <a:t>Recall</a:t>
            </a:r>
            <a:r>
              <a:rPr lang="pl-PL"/>
              <a:t>.</a:t>
            </a:r>
            <a:r>
              <a:rPr lang="en-US"/>
              <a:t> </a:t>
            </a:r>
            <a:endParaRPr lang="pl-PL"/>
          </a:p>
          <a:p>
            <a:endParaRPr lang="pl-PL"/>
          </a:p>
        </p:txBody>
      </p:sp>
      <p:sp>
        <p:nvSpPr>
          <p:cNvPr id="4" name="Symbol zastępczy numeru slajdu 3"/>
          <p:cNvSpPr>
            <a:spLocks noGrp="1"/>
          </p:cNvSpPr>
          <p:nvPr>
            <p:ph type="sldNum" sz="quarter" idx="5"/>
          </p:nvPr>
        </p:nvSpPr>
        <p:spPr/>
        <p:txBody>
          <a:bodyPr/>
          <a:lstStyle/>
          <a:p>
            <a:fld id="{63D955E1-13EC-4A5D-BA29-853BA2D732D3}" type="slidenum">
              <a:rPr lang="pl-PL" smtClean="0"/>
              <a:t>13</a:t>
            </a:fld>
            <a:endParaRPr lang="pl-PL"/>
          </a:p>
        </p:txBody>
      </p:sp>
    </p:spTree>
    <p:extLst>
      <p:ext uri="{BB962C8B-B14F-4D97-AF65-F5344CB8AC3E}">
        <p14:creationId xmlns:p14="http://schemas.microsoft.com/office/powerpoint/2010/main" val="767278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D20DC-3C45-AA90-9B53-57664DA61832}"/>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2ED389FF-DCE4-C1F9-0E56-64283C64ADF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B2078208-6185-2F3A-B890-91D77A95D3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model correctly classifies </a:t>
            </a:r>
            <a:r>
              <a:rPr lang="pl-PL" err="1"/>
              <a:t>only</a:t>
            </a:r>
            <a:r>
              <a:rPr lang="pl-PL"/>
              <a:t> </a:t>
            </a:r>
            <a:r>
              <a:rPr lang="en-US"/>
              <a:t>5</a:t>
            </a:r>
            <a:r>
              <a:rPr lang="pl-PL"/>
              <a:t>6</a:t>
            </a:r>
            <a:r>
              <a:rPr lang="en-US"/>
              <a:t>% of all actual bankrupt companies, but if it identifies one as bankrupt, it is correct </a:t>
            </a:r>
            <a:r>
              <a:rPr lang="pl-PL"/>
              <a:t>77</a:t>
            </a:r>
            <a:r>
              <a:rPr lang="en-US"/>
              <a:t>% of the time.</a:t>
            </a:r>
            <a:endParaRPr lang="pl-PL"/>
          </a:p>
        </p:txBody>
      </p:sp>
      <p:sp>
        <p:nvSpPr>
          <p:cNvPr id="4" name="Symbol zastępczy numeru slajdu 3">
            <a:extLst>
              <a:ext uri="{FF2B5EF4-FFF2-40B4-BE49-F238E27FC236}">
                <a16:creationId xmlns:a16="http://schemas.microsoft.com/office/drawing/2014/main" id="{AC14949F-5D61-714E-969E-AFF16B918C67}"/>
              </a:ext>
            </a:extLst>
          </p:cNvPr>
          <p:cNvSpPr>
            <a:spLocks noGrp="1"/>
          </p:cNvSpPr>
          <p:nvPr>
            <p:ph type="sldNum" sz="quarter" idx="5"/>
          </p:nvPr>
        </p:nvSpPr>
        <p:spPr/>
        <p:txBody>
          <a:bodyPr/>
          <a:lstStyle/>
          <a:p>
            <a:fld id="{63D955E1-13EC-4A5D-BA29-853BA2D732D3}" type="slidenum">
              <a:rPr lang="pl-PL" smtClean="0"/>
              <a:t>14</a:t>
            </a:fld>
            <a:endParaRPr lang="pl-PL"/>
          </a:p>
        </p:txBody>
      </p:sp>
    </p:spTree>
    <p:extLst>
      <p:ext uri="{BB962C8B-B14F-4D97-AF65-F5344CB8AC3E}">
        <p14:creationId xmlns:p14="http://schemas.microsoft.com/office/powerpoint/2010/main" val="29148865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a:t>Wnioski :</a:t>
            </a:r>
          </a:p>
          <a:p>
            <a:r>
              <a:rPr lang="pl-PL"/>
              <a:t>Gdy zależy nam aby spośród wszystkich firm znaleźć więcej tych, które zbankrutują prawdopodobnie lepszym modelem będzie ten, który ma większy RECALL</a:t>
            </a:r>
          </a:p>
          <a:p>
            <a:pPr marL="171450" indent="-171450">
              <a:buFont typeface="Arial"/>
              <a:buChar char="•"/>
            </a:pPr>
            <a:r>
              <a:rPr lang="pl-PL"/>
              <a:t>To </a:t>
            </a:r>
            <a:r>
              <a:rPr lang="pl-PL" err="1"/>
              <a:t>find</a:t>
            </a:r>
            <a:r>
              <a:rPr lang="pl-PL"/>
              <a:t> </a:t>
            </a:r>
            <a:r>
              <a:rPr lang="pl-PL" err="1"/>
              <a:t>more</a:t>
            </a:r>
            <a:r>
              <a:rPr lang="pl-PL"/>
              <a:t> </a:t>
            </a:r>
            <a:r>
              <a:rPr lang="pl-PL" err="1"/>
              <a:t>bankrupt</a:t>
            </a:r>
            <a:r>
              <a:rPr lang="pl-PL"/>
              <a:t> </a:t>
            </a:r>
            <a:r>
              <a:rPr lang="pl-PL" err="1"/>
              <a:t>companies</a:t>
            </a:r>
            <a:r>
              <a:rPr lang="pl-PL"/>
              <a:t>, </a:t>
            </a:r>
            <a:r>
              <a:rPr lang="pl-PL" err="1"/>
              <a:t>choose</a:t>
            </a:r>
            <a:r>
              <a:rPr lang="pl-PL"/>
              <a:t> a model with high </a:t>
            </a:r>
            <a:r>
              <a:rPr lang="pl-PL" err="1"/>
              <a:t>recall</a:t>
            </a:r>
            <a:r>
              <a:rPr lang="pl-PL"/>
              <a:t>.</a:t>
            </a:r>
            <a:r>
              <a:rPr lang="en-US"/>
              <a:t>It may include more false positives, but it reduces the chance of missing bankruptcies.</a:t>
            </a:r>
          </a:p>
          <a:p>
            <a:pPr marL="171450" indent="-171450">
              <a:buFont typeface="Arial"/>
              <a:buChar char="•"/>
            </a:pPr>
            <a:r>
              <a:rPr lang="pl-PL"/>
              <a:t>To be </a:t>
            </a:r>
            <a:r>
              <a:rPr lang="pl-PL" err="1"/>
              <a:t>sure</a:t>
            </a:r>
            <a:r>
              <a:rPr lang="pl-PL"/>
              <a:t> </a:t>
            </a:r>
            <a:r>
              <a:rPr lang="pl-PL" err="1"/>
              <a:t>predicted</a:t>
            </a:r>
            <a:r>
              <a:rPr lang="pl-PL"/>
              <a:t> </a:t>
            </a:r>
            <a:r>
              <a:rPr lang="pl-PL" err="1"/>
              <a:t>bankruptcies</a:t>
            </a:r>
            <a:r>
              <a:rPr lang="pl-PL"/>
              <a:t> </a:t>
            </a:r>
            <a:r>
              <a:rPr lang="pl-PL" err="1"/>
              <a:t>are</a:t>
            </a:r>
            <a:r>
              <a:rPr lang="pl-PL"/>
              <a:t> </a:t>
            </a:r>
            <a:r>
              <a:rPr lang="pl-PL" err="1"/>
              <a:t>correct</a:t>
            </a:r>
            <a:r>
              <a:rPr lang="pl-PL"/>
              <a:t>, </a:t>
            </a:r>
            <a:r>
              <a:rPr lang="pl-PL" err="1"/>
              <a:t>choose</a:t>
            </a:r>
            <a:r>
              <a:rPr lang="pl-PL"/>
              <a:t> a model with high precision. It </a:t>
            </a:r>
            <a:r>
              <a:rPr lang="pl-PL" err="1"/>
              <a:t>may</a:t>
            </a:r>
            <a:r>
              <a:rPr lang="pl-PL"/>
              <a:t> miss </a:t>
            </a:r>
            <a:r>
              <a:rPr lang="pl-PL" err="1"/>
              <a:t>some</a:t>
            </a:r>
            <a:r>
              <a:rPr lang="pl-PL"/>
              <a:t> </a:t>
            </a:r>
            <a:r>
              <a:rPr lang="pl-PL" err="1"/>
              <a:t>cases</a:t>
            </a:r>
            <a:r>
              <a:rPr lang="pl-PL"/>
              <a:t> but </a:t>
            </a:r>
            <a:r>
              <a:rPr lang="pl-PL" err="1"/>
              <a:t>will</a:t>
            </a:r>
            <a:r>
              <a:rPr lang="pl-PL"/>
              <a:t> be </a:t>
            </a:r>
            <a:r>
              <a:rPr lang="pl-PL" err="1"/>
              <a:t>more</a:t>
            </a:r>
            <a:r>
              <a:rPr lang="pl-PL"/>
              <a:t> </a:t>
            </a:r>
            <a:r>
              <a:rPr lang="pl-PL" err="1"/>
              <a:t>accurate</a:t>
            </a:r>
            <a:r>
              <a:rPr lang="pl-PL"/>
              <a:t>.</a:t>
            </a:r>
          </a:p>
          <a:p>
            <a:endParaRPr lang="pl-PL"/>
          </a:p>
          <a:p>
            <a:endParaRPr lang="pl-PL"/>
          </a:p>
          <a:p>
            <a:r>
              <a:rPr lang="pl-PL"/>
              <a:t>Jeżeli bardziej zależy nam aby każda predykcja była wysoko prawdopodobna ale wykrywalność firm, które zbankrutują niższa to model z większą precyzją </a:t>
            </a:r>
          </a:p>
        </p:txBody>
      </p:sp>
      <p:sp>
        <p:nvSpPr>
          <p:cNvPr id="4" name="Symbol zastępczy numeru slajdu 3"/>
          <p:cNvSpPr>
            <a:spLocks noGrp="1"/>
          </p:cNvSpPr>
          <p:nvPr>
            <p:ph type="sldNum" sz="quarter" idx="5"/>
          </p:nvPr>
        </p:nvSpPr>
        <p:spPr/>
        <p:txBody>
          <a:bodyPr/>
          <a:lstStyle/>
          <a:p>
            <a:fld id="{63D955E1-13EC-4A5D-BA29-853BA2D732D3}" type="slidenum">
              <a:rPr lang="pl-PL" smtClean="0"/>
              <a:t>15</a:t>
            </a:fld>
            <a:endParaRPr lang="pl-PL"/>
          </a:p>
        </p:txBody>
      </p:sp>
    </p:spTree>
    <p:extLst>
      <p:ext uri="{BB962C8B-B14F-4D97-AF65-F5344CB8AC3E}">
        <p14:creationId xmlns:p14="http://schemas.microsoft.com/office/powerpoint/2010/main" val="1775108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0A5CC1E-CB77-3CE2-8D5D-B752CE83140B}"/>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D152DEE5-1DAB-D1FD-03E7-1EF75A51C1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87AD971D-1073-653C-5C1C-3502932C744C}"/>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1244B1C4-A214-6FA3-57FF-56DD90E628A3}"/>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ED40EE13-339D-24DA-DE91-AC0DF3E6FCCA}"/>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2664348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6CB637E-954A-8BE7-DD03-3EA54D729FEA}"/>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95891E00-F709-140A-5BC6-28B5C6B235EB}"/>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301972AB-4D84-9399-AFC9-95E102DD9C5C}"/>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7CF7F823-BBCD-AFCC-C227-5FDDAA0CAFAC}"/>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925104D8-7794-E9C2-2DA0-5F1AE0338614}"/>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3104967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E8FE3E0-D752-A7F0-FA40-29A3D91C3343}"/>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ACC22CAF-A988-72C1-699B-EDA54F6E1C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FAAB6622-90BD-A052-E924-F673868E7DB7}"/>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9821F468-871B-8ED4-B6D8-A8F795D3EDF4}"/>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3415A2F4-6070-E104-17EA-30074A46B281}"/>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4173001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E785ACA-680C-02BD-3E34-8804BD55D33E}"/>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5CD10F98-4920-D292-E077-9E37F28F73B6}"/>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1D095F38-D42E-947C-D21F-CB26B0C555F8}"/>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CD6F530B-0346-34C3-8122-EBB353338619}"/>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6" name="Symbol zastępczy stopki 5">
            <a:extLst>
              <a:ext uri="{FF2B5EF4-FFF2-40B4-BE49-F238E27FC236}">
                <a16:creationId xmlns:a16="http://schemas.microsoft.com/office/drawing/2014/main" id="{4BA67477-EE5F-7CE0-9BB3-E6058FC44BE0}"/>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72EB562D-D420-85CA-A052-0A6D5ED5954D}"/>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8703069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E51B939-3422-E2C9-F0D6-A1D0E52814D1}"/>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46C9420F-7573-6E02-E047-8B247D6B7E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0348DA60-DE52-7105-FA79-85B19C246DB0}"/>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85F74FFC-A287-7868-4C0F-5E283B5BEB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ECC55B3D-CA0A-8C15-2313-FB350BA8A932}"/>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9B81B350-C208-CAEF-CFA0-3E51821F57FC}"/>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8" name="Symbol zastępczy stopki 7">
            <a:extLst>
              <a:ext uri="{FF2B5EF4-FFF2-40B4-BE49-F238E27FC236}">
                <a16:creationId xmlns:a16="http://schemas.microsoft.com/office/drawing/2014/main" id="{4A373ED9-6ED5-A609-1FA3-EF3FB855A807}"/>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9850A46C-37D1-62E3-FA06-A33D6D8D9E43}"/>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941505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ECBFC7C-6441-E254-F33F-1457A5E658F3}"/>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A6103596-2868-9E1E-2A25-C578A091118F}"/>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4" name="Symbol zastępczy stopki 3">
            <a:extLst>
              <a:ext uri="{FF2B5EF4-FFF2-40B4-BE49-F238E27FC236}">
                <a16:creationId xmlns:a16="http://schemas.microsoft.com/office/drawing/2014/main" id="{8B83207C-7A7F-7F0D-5FD7-7DA73A09B979}"/>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FC8DF122-DB82-E612-3DC4-C828F11D7EFF}"/>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8827039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2F8500EF-CF7B-B63C-DB6C-0FDF452E2290}"/>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3" name="Symbol zastępczy stopki 2">
            <a:extLst>
              <a:ext uri="{FF2B5EF4-FFF2-40B4-BE49-F238E27FC236}">
                <a16:creationId xmlns:a16="http://schemas.microsoft.com/office/drawing/2014/main" id="{331B1A5B-E15A-9E1D-D921-4DE7B9C7E0BC}"/>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01F90CFC-AAB0-BD61-BC13-3C680AA1D50D}"/>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20320173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65864D3-F1B8-B340-7BDD-9A7717B15880}"/>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F56C7D53-EBF5-4E13-30EB-CF5C2B8A144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42E60B45-04DD-F2E0-B487-591C498E96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B6E35749-F3A3-5D77-C938-703FF5A45742}"/>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6" name="Symbol zastępczy stopki 5">
            <a:extLst>
              <a:ext uri="{FF2B5EF4-FFF2-40B4-BE49-F238E27FC236}">
                <a16:creationId xmlns:a16="http://schemas.microsoft.com/office/drawing/2014/main" id="{9447A048-8E63-2CE9-37E6-61CA22221824}"/>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E70D2363-7771-B067-355E-CEA98ECE7BC7}"/>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29115504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C118557-62A2-5332-3440-4B70B3ABC15B}"/>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5F795F61-D584-B22E-8117-3326F7929C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64120DBD-4C5B-30B0-3251-F75ABBE908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FD838F8A-E558-F51E-C93E-EA7111C08469}"/>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6" name="Symbol zastępczy stopki 5">
            <a:extLst>
              <a:ext uri="{FF2B5EF4-FFF2-40B4-BE49-F238E27FC236}">
                <a16:creationId xmlns:a16="http://schemas.microsoft.com/office/drawing/2014/main" id="{C18191DC-471F-D766-B8A2-C99C53CB3BF4}"/>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C474EBC6-77D1-7087-DF2D-620CCC6DA996}"/>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15114838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BE39778-7863-36BC-8D5F-3E220CDEA419}"/>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DE7642F6-110B-CB40-1421-A03B1823731B}"/>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6AA62981-EDAB-F8A7-26A5-A0BE0E02BF1A}"/>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7A8F63E0-4A4C-67A7-D20F-FCB3058C2AAE}"/>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BA5FB1A1-21AF-4897-1ACB-A86CF767EF3C}"/>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24237632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D88FA4D3-F6B2-920E-9393-66B415EC0E19}"/>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3DA6E966-3B8C-FC06-6C5E-69F86FEFDCBD}"/>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F54B11B5-F93E-5C8D-DE4A-87EA2EFCB89C}"/>
              </a:ext>
            </a:extLst>
          </p:cNvPr>
          <p:cNvSpPr>
            <a:spLocks noGrp="1"/>
          </p:cNvSpPr>
          <p:nvPr>
            <p:ph type="dt" sz="half" idx="10"/>
          </p:nvPr>
        </p:nvSpPr>
        <p:spPr/>
        <p:txBody>
          <a:body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31D42534-EF31-60BE-A5C7-80905B8F2867}"/>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6784D47E-1A94-65DB-AB69-4987D88E135F}"/>
              </a:ext>
            </a:extLst>
          </p:cNvPr>
          <p:cNvSpPr>
            <a:spLocks noGrp="1"/>
          </p:cNvSpPr>
          <p:nvPr>
            <p:ph type="sldNum" sz="quarter" idx="12"/>
          </p:nvPr>
        </p:nvSpPr>
        <p:spPr/>
        <p:txBody>
          <a:bodyPr/>
          <a:lstStyle/>
          <a:p>
            <a:fld id="{E9DCF567-86F0-4235-8E3B-E0D81DE56E82}" type="slidenum">
              <a:rPr lang="pl-PL" smtClean="0"/>
              <a:t>‹#›</a:t>
            </a:fld>
            <a:endParaRPr lang="pl-PL"/>
          </a:p>
        </p:txBody>
      </p:sp>
    </p:spTree>
    <p:extLst>
      <p:ext uri="{BB962C8B-B14F-4D97-AF65-F5344CB8AC3E}">
        <p14:creationId xmlns:p14="http://schemas.microsoft.com/office/powerpoint/2010/main" val="941491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F6855827-F93C-CCC0-E6E6-C617EA5005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A4183CB3-D012-E38F-648A-33AC769D40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1FDE5210-6FAB-F3DE-C3FC-DF0C8ECAF4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34B3020-DBCF-4870-9BAA-23774039EB5D}" type="datetimeFigureOut">
              <a:rPr lang="pl-PL" smtClean="0"/>
              <a:t>22.01.2025</a:t>
            </a:fld>
            <a:endParaRPr lang="pl-PL"/>
          </a:p>
        </p:txBody>
      </p:sp>
      <p:sp>
        <p:nvSpPr>
          <p:cNvPr id="5" name="Symbol zastępczy stopki 4">
            <a:extLst>
              <a:ext uri="{FF2B5EF4-FFF2-40B4-BE49-F238E27FC236}">
                <a16:creationId xmlns:a16="http://schemas.microsoft.com/office/drawing/2014/main" id="{2E2BE51A-EB84-375A-73EF-89A81AFBBF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3D5DE88E-8AE8-3F93-6953-79C328E72B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DCF567-86F0-4235-8E3B-E0D81DE56E82}" type="slidenum">
              <a:rPr lang="pl-PL" smtClean="0"/>
              <a:t>‹#›</a:t>
            </a:fld>
            <a:endParaRPr lang="pl-PL"/>
          </a:p>
        </p:txBody>
      </p:sp>
    </p:spTree>
    <p:extLst>
      <p:ext uri="{BB962C8B-B14F-4D97-AF65-F5344CB8AC3E}">
        <p14:creationId xmlns:p14="http://schemas.microsoft.com/office/powerpoint/2010/main" val="33590546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3">
            <a:extLst>
              <a:ext uri="{FF2B5EF4-FFF2-40B4-BE49-F238E27FC236}">
                <a16:creationId xmlns:a16="http://schemas.microsoft.com/office/drawing/2014/main" id="{41F80163-27DF-434C-4576-9D7F07167743}"/>
              </a:ext>
            </a:extLst>
          </p:cNvPr>
          <p:cNvSpPr/>
          <p:nvPr/>
        </p:nvSpPr>
        <p:spPr>
          <a:xfrm>
            <a:off x="0" y="0"/>
            <a:ext cx="12192000" cy="2991612"/>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2" name="Tytuł 1">
            <a:extLst>
              <a:ext uri="{FF2B5EF4-FFF2-40B4-BE49-F238E27FC236}">
                <a16:creationId xmlns:a16="http://schemas.microsoft.com/office/drawing/2014/main" id="{584CEB7A-0E4C-BB86-7AAE-10ADA14B7F6A}"/>
              </a:ext>
            </a:extLst>
          </p:cNvPr>
          <p:cNvSpPr>
            <a:spLocks noGrp="1"/>
          </p:cNvSpPr>
          <p:nvPr>
            <p:ph type="ctrTitle"/>
          </p:nvPr>
        </p:nvSpPr>
        <p:spPr>
          <a:xfrm>
            <a:off x="1935480" y="302006"/>
            <a:ext cx="9144000" cy="2387600"/>
          </a:xfrm>
        </p:spPr>
        <p:txBody>
          <a:bodyPr>
            <a:normAutofit/>
          </a:bodyPr>
          <a:lstStyle/>
          <a:p>
            <a:r>
              <a:rPr lang="pl-PL" sz="4400" b="1" i="0" err="1">
                <a:solidFill>
                  <a:schemeClr val="bg1"/>
                </a:solidFill>
                <a:effectLst/>
                <a:latin typeface="ui-sans-serif"/>
              </a:rPr>
              <a:t>Taiwanese</a:t>
            </a:r>
            <a:r>
              <a:rPr lang="pl-PL" sz="4400" b="1" i="0">
                <a:solidFill>
                  <a:schemeClr val="bg1"/>
                </a:solidFill>
                <a:effectLst/>
                <a:latin typeface="ui-sans-serif"/>
              </a:rPr>
              <a:t> </a:t>
            </a:r>
            <a:r>
              <a:rPr lang="pl-PL" sz="4400" b="1" i="0" err="1">
                <a:solidFill>
                  <a:schemeClr val="bg1"/>
                </a:solidFill>
                <a:effectLst/>
                <a:latin typeface="ui-sans-serif"/>
              </a:rPr>
              <a:t>Bankruptcy</a:t>
            </a:r>
            <a:r>
              <a:rPr lang="pl-PL" sz="4400" b="1" i="0">
                <a:solidFill>
                  <a:schemeClr val="bg1"/>
                </a:solidFill>
                <a:effectLst/>
                <a:latin typeface="ui-sans-serif"/>
              </a:rPr>
              <a:t> </a:t>
            </a:r>
            <a:r>
              <a:rPr lang="pl-PL" sz="4400" b="1" i="0" err="1">
                <a:solidFill>
                  <a:schemeClr val="bg1"/>
                </a:solidFill>
                <a:effectLst/>
                <a:latin typeface="ui-sans-serif"/>
              </a:rPr>
              <a:t>Prediction</a:t>
            </a:r>
            <a:br>
              <a:rPr lang="pl-PL" b="1" i="0">
                <a:effectLst/>
                <a:latin typeface="ui-sans-serif"/>
              </a:rPr>
            </a:br>
            <a:endParaRPr lang="pl-PL"/>
          </a:p>
        </p:txBody>
      </p:sp>
      <p:sp>
        <p:nvSpPr>
          <p:cNvPr id="3" name="Podtytuł 2">
            <a:extLst>
              <a:ext uri="{FF2B5EF4-FFF2-40B4-BE49-F238E27FC236}">
                <a16:creationId xmlns:a16="http://schemas.microsoft.com/office/drawing/2014/main" id="{0071AF66-4E7C-BD55-A753-22C1B0C8818B}"/>
              </a:ext>
            </a:extLst>
          </p:cNvPr>
          <p:cNvSpPr>
            <a:spLocks noGrp="1"/>
          </p:cNvSpPr>
          <p:nvPr>
            <p:ph type="subTitle" idx="1"/>
          </p:nvPr>
        </p:nvSpPr>
        <p:spPr>
          <a:xfrm>
            <a:off x="1524000" y="3886455"/>
            <a:ext cx="9144000" cy="1655762"/>
          </a:xfrm>
        </p:spPr>
        <p:txBody>
          <a:bodyPr/>
          <a:lstStyle/>
          <a:p>
            <a:r>
              <a:rPr lang="en-US" b="0" i="0">
                <a:solidFill>
                  <a:srgbClr val="303030"/>
                </a:solidFill>
                <a:effectLst/>
                <a:latin typeface="ui-sans-serif"/>
              </a:rPr>
              <a:t>The data were collected from the Taiwan Economic Journal for the years 1999 to 2009. Company bankruptcy was defined based on the business regulations of the Taiwan Stock Exchange.</a:t>
            </a:r>
            <a:endParaRPr lang="pl-PL"/>
          </a:p>
        </p:txBody>
      </p:sp>
      <p:pic>
        <p:nvPicPr>
          <p:cNvPr id="1026" name="Picture 2">
            <a:extLst>
              <a:ext uri="{FF2B5EF4-FFF2-40B4-BE49-F238E27FC236}">
                <a16:creationId xmlns:a16="http://schemas.microsoft.com/office/drawing/2014/main" id="{CDD81391-077D-BC59-2B7D-984E702674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0" y="548640"/>
            <a:ext cx="1905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9878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Obraz 9">
            <a:extLst>
              <a:ext uri="{FF2B5EF4-FFF2-40B4-BE49-F238E27FC236}">
                <a16:creationId xmlns:a16="http://schemas.microsoft.com/office/drawing/2014/main" id="{6855B0A7-12CF-346F-B808-AD45F1845D8C}"/>
              </a:ext>
            </a:extLst>
          </p:cNvPr>
          <p:cNvPicPr>
            <a:picLocks noChangeAspect="1"/>
          </p:cNvPicPr>
          <p:nvPr/>
        </p:nvPicPr>
        <p:blipFill>
          <a:blip r:embed="rId3"/>
          <a:stretch>
            <a:fillRect/>
          </a:stretch>
        </p:blipFill>
        <p:spPr>
          <a:xfrm rot="1294977">
            <a:off x="10392252" y="3194659"/>
            <a:ext cx="1657581" cy="847843"/>
          </a:xfrm>
          <a:prstGeom prst="rect">
            <a:avLst/>
          </a:prstGeom>
        </p:spPr>
      </p:pic>
      <p:sp>
        <p:nvSpPr>
          <p:cNvPr id="4" name="Prostokąt 3">
            <a:extLst>
              <a:ext uri="{FF2B5EF4-FFF2-40B4-BE49-F238E27FC236}">
                <a16:creationId xmlns:a16="http://schemas.microsoft.com/office/drawing/2014/main" id="{BE8F3D5E-7D06-9BB6-3F7F-3A3DE69FF139}"/>
              </a:ext>
            </a:extLst>
          </p:cNvPr>
          <p:cNvSpPr/>
          <p:nvPr/>
        </p:nvSpPr>
        <p:spPr>
          <a:xfrm>
            <a:off x="0" y="0"/>
            <a:ext cx="12192000" cy="2991612"/>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5" name="Tytuł 1">
            <a:extLst>
              <a:ext uri="{FF2B5EF4-FFF2-40B4-BE49-F238E27FC236}">
                <a16:creationId xmlns:a16="http://schemas.microsoft.com/office/drawing/2014/main" id="{0E3A6E4A-8944-B39D-3538-002FA69FB1BB}"/>
              </a:ext>
            </a:extLst>
          </p:cNvPr>
          <p:cNvSpPr>
            <a:spLocks noGrp="1"/>
          </p:cNvSpPr>
          <p:nvPr>
            <p:ph type="title"/>
          </p:nvPr>
        </p:nvSpPr>
        <p:spPr>
          <a:xfrm>
            <a:off x="1158833" y="1123126"/>
            <a:ext cx="10515600" cy="1325563"/>
          </a:xfrm>
        </p:spPr>
        <p:txBody>
          <a:bodyPr>
            <a:normAutofit/>
          </a:bodyPr>
          <a:lstStyle/>
          <a:p>
            <a:pPr algn="ctr"/>
            <a:r>
              <a:rPr lang="pl-PL" b="1" i="0" err="1">
                <a:solidFill>
                  <a:schemeClr val="bg1"/>
                </a:solidFill>
                <a:effectLst/>
                <a:latin typeface="ui-sans-serif"/>
              </a:rPr>
              <a:t>Binary</a:t>
            </a:r>
            <a:r>
              <a:rPr lang="pl-PL" b="1" i="0">
                <a:solidFill>
                  <a:schemeClr val="bg1"/>
                </a:solidFill>
                <a:effectLst/>
                <a:latin typeface="ui-sans-serif"/>
              </a:rPr>
              <a:t> </a:t>
            </a:r>
            <a:r>
              <a:rPr lang="pl-PL" b="1" i="0" err="1">
                <a:solidFill>
                  <a:schemeClr val="bg1"/>
                </a:solidFill>
                <a:effectLst/>
                <a:latin typeface="ui-sans-serif"/>
              </a:rPr>
              <a:t>Classification</a:t>
            </a:r>
            <a:r>
              <a:rPr lang="pl-PL" b="1" i="0">
                <a:solidFill>
                  <a:schemeClr val="bg1"/>
                </a:solidFill>
                <a:effectLst/>
                <a:latin typeface="ui-sans-serif"/>
              </a:rPr>
              <a:t> Problem </a:t>
            </a:r>
            <a:br>
              <a:rPr lang="pl-PL" b="1" i="0">
                <a:effectLst/>
                <a:latin typeface="ui-sans-serif"/>
              </a:rPr>
            </a:br>
            <a:endParaRPr lang="pl-PL"/>
          </a:p>
        </p:txBody>
      </p:sp>
      <p:sp>
        <p:nvSpPr>
          <p:cNvPr id="6" name="Podtytuł 2">
            <a:extLst>
              <a:ext uri="{FF2B5EF4-FFF2-40B4-BE49-F238E27FC236}">
                <a16:creationId xmlns:a16="http://schemas.microsoft.com/office/drawing/2014/main" id="{AC8AEDC7-059F-6873-3A9B-FBCC62E8C620}"/>
              </a:ext>
            </a:extLst>
          </p:cNvPr>
          <p:cNvSpPr txBox="1">
            <a:spLocks/>
          </p:cNvSpPr>
          <p:nvPr/>
        </p:nvSpPr>
        <p:spPr>
          <a:xfrm>
            <a:off x="1627909" y="4079112"/>
            <a:ext cx="9144000" cy="16557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pl-PL" sz="4000"/>
          </a:p>
        </p:txBody>
      </p:sp>
      <p:pic>
        <p:nvPicPr>
          <p:cNvPr id="8" name="Obraz 7">
            <a:extLst>
              <a:ext uri="{FF2B5EF4-FFF2-40B4-BE49-F238E27FC236}">
                <a16:creationId xmlns:a16="http://schemas.microsoft.com/office/drawing/2014/main" id="{BC942616-9E09-3838-4768-7D871085A9E2}"/>
              </a:ext>
            </a:extLst>
          </p:cNvPr>
          <p:cNvPicPr>
            <a:picLocks noChangeAspect="1"/>
          </p:cNvPicPr>
          <p:nvPr/>
        </p:nvPicPr>
        <p:blipFill>
          <a:blip r:embed="rId4"/>
          <a:stretch>
            <a:fillRect/>
          </a:stretch>
        </p:blipFill>
        <p:spPr>
          <a:xfrm rot="18975975">
            <a:off x="247514" y="3608762"/>
            <a:ext cx="1419423" cy="800212"/>
          </a:xfrm>
          <a:prstGeom prst="rect">
            <a:avLst/>
          </a:prstGeom>
        </p:spPr>
      </p:pic>
      <p:pic>
        <p:nvPicPr>
          <p:cNvPr id="12" name="Obraz 11">
            <a:extLst>
              <a:ext uri="{FF2B5EF4-FFF2-40B4-BE49-F238E27FC236}">
                <a16:creationId xmlns:a16="http://schemas.microsoft.com/office/drawing/2014/main" id="{6F558B1B-17F2-1C5B-7FD4-63476CCF2D46}"/>
              </a:ext>
            </a:extLst>
          </p:cNvPr>
          <p:cNvPicPr>
            <a:picLocks noChangeAspect="1"/>
          </p:cNvPicPr>
          <p:nvPr/>
        </p:nvPicPr>
        <p:blipFill>
          <a:blip r:embed="rId5"/>
          <a:stretch>
            <a:fillRect/>
          </a:stretch>
        </p:blipFill>
        <p:spPr>
          <a:xfrm rot="2196211">
            <a:off x="590808" y="4855189"/>
            <a:ext cx="1362265" cy="1105054"/>
          </a:xfrm>
          <a:prstGeom prst="rect">
            <a:avLst/>
          </a:prstGeom>
        </p:spPr>
      </p:pic>
      <p:pic>
        <p:nvPicPr>
          <p:cNvPr id="14" name="Obraz 13">
            <a:extLst>
              <a:ext uri="{FF2B5EF4-FFF2-40B4-BE49-F238E27FC236}">
                <a16:creationId xmlns:a16="http://schemas.microsoft.com/office/drawing/2014/main" id="{3B74DE4A-7C1E-DA9E-0814-62691F70F3AD}"/>
              </a:ext>
            </a:extLst>
          </p:cNvPr>
          <p:cNvPicPr>
            <a:picLocks noChangeAspect="1"/>
          </p:cNvPicPr>
          <p:nvPr/>
        </p:nvPicPr>
        <p:blipFill>
          <a:blip r:embed="rId6"/>
          <a:stretch>
            <a:fillRect/>
          </a:stretch>
        </p:blipFill>
        <p:spPr>
          <a:xfrm>
            <a:off x="9878736" y="3853878"/>
            <a:ext cx="1247949" cy="885949"/>
          </a:xfrm>
          <a:prstGeom prst="rect">
            <a:avLst/>
          </a:prstGeom>
        </p:spPr>
      </p:pic>
      <p:pic>
        <p:nvPicPr>
          <p:cNvPr id="16" name="Obraz 15">
            <a:extLst>
              <a:ext uri="{FF2B5EF4-FFF2-40B4-BE49-F238E27FC236}">
                <a16:creationId xmlns:a16="http://schemas.microsoft.com/office/drawing/2014/main" id="{F28EFA9F-5EBE-3450-63BD-D8294384A92B}"/>
              </a:ext>
            </a:extLst>
          </p:cNvPr>
          <p:cNvPicPr>
            <a:picLocks noChangeAspect="1"/>
          </p:cNvPicPr>
          <p:nvPr/>
        </p:nvPicPr>
        <p:blipFill>
          <a:blip r:embed="rId7"/>
          <a:stretch>
            <a:fillRect/>
          </a:stretch>
        </p:blipFill>
        <p:spPr>
          <a:xfrm>
            <a:off x="1627909" y="3455325"/>
            <a:ext cx="1552792" cy="1038370"/>
          </a:xfrm>
          <a:prstGeom prst="rect">
            <a:avLst/>
          </a:prstGeom>
        </p:spPr>
      </p:pic>
      <p:pic>
        <p:nvPicPr>
          <p:cNvPr id="18" name="Obraz 17">
            <a:extLst>
              <a:ext uri="{FF2B5EF4-FFF2-40B4-BE49-F238E27FC236}">
                <a16:creationId xmlns:a16="http://schemas.microsoft.com/office/drawing/2014/main" id="{5D8A5C9D-FF91-D228-4B56-A7078ABE56BA}"/>
              </a:ext>
            </a:extLst>
          </p:cNvPr>
          <p:cNvPicPr>
            <a:picLocks noChangeAspect="1"/>
          </p:cNvPicPr>
          <p:nvPr/>
        </p:nvPicPr>
        <p:blipFill>
          <a:blip r:embed="rId8"/>
          <a:stretch>
            <a:fillRect/>
          </a:stretch>
        </p:blipFill>
        <p:spPr>
          <a:xfrm rot="1950316">
            <a:off x="10911120" y="4832202"/>
            <a:ext cx="981212" cy="695422"/>
          </a:xfrm>
          <a:prstGeom prst="rect">
            <a:avLst/>
          </a:prstGeom>
        </p:spPr>
      </p:pic>
      <p:pic>
        <p:nvPicPr>
          <p:cNvPr id="2054" name="Picture 6" descr="958,147 Arrow Chart Images, Stock Photos, 3D objects, &amp; Vectors |  Shutterstock">
            <a:extLst>
              <a:ext uri="{FF2B5EF4-FFF2-40B4-BE49-F238E27FC236}">
                <a16:creationId xmlns:a16="http://schemas.microsoft.com/office/drawing/2014/main" id="{9754942C-4399-C800-EE40-294FCC7F891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668485" y="3113596"/>
            <a:ext cx="7271162" cy="37082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7240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93AC9C16-CA3D-1155-DF04-7DDA512E1C39}"/>
              </a:ext>
            </a:extLst>
          </p:cNvPr>
          <p:cNvSpPr txBox="1"/>
          <p:nvPr/>
        </p:nvSpPr>
        <p:spPr>
          <a:xfrm>
            <a:off x="4990110" y="642971"/>
            <a:ext cx="2211780" cy="1077218"/>
          </a:xfrm>
          <a:prstGeom prst="rect">
            <a:avLst/>
          </a:prstGeom>
          <a:noFill/>
        </p:spPr>
        <p:txBody>
          <a:bodyPr wrap="square" lIns="91440" tIns="45720" rIns="91440" bIns="45720" anchor="t">
            <a:spAutoFit/>
          </a:bodyPr>
          <a:lstStyle/>
          <a:p>
            <a:pPr algn="l"/>
            <a:r>
              <a:rPr lang="pl-PL" sz="3200" b="1" i="0">
                <a:solidFill>
                  <a:srgbClr val="0065A3"/>
                </a:solidFill>
                <a:effectLst/>
                <a:latin typeface="ui-sans-serif"/>
              </a:rPr>
              <a:t> </a:t>
            </a:r>
            <a:r>
              <a:rPr lang="pl-PL" sz="3200" b="1" i="0" err="1">
                <a:solidFill>
                  <a:srgbClr val="0065A3"/>
                </a:solidFill>
                <a:effectLst/>
                <a:latin typeface="ui-sans-serif"/>
              </a:rPr>
              <a:t>Features</a:t>
            </a:r>
            <a:endParaRPr lang="pl-PL" sz="3200" b="1" i="0">
              <a:solidFill>
                <a:srgbClr val="0065A3"/>
              </a:solidFill>
              <a:effectLst/>
              <a:latin typeface="ui-sans-serif"/>
            </a:endParaRPr>
          </a:p>
          <a:p>
            <a:pPr algn="l"/>
            <a:r>
              <a:rPr lang="pl-PL" sz="3200" b="1">
                <a:solidFill>
                  <a:srgbClr val="0065A3"/>
                </a:solidFill>
                <a:latin typeface="ui-sans-serif"/>
              </a:rPr>
              <a:t>   </a:t>
            </a:r>
            <a:r>
              <a:rPr lang="pl-PL" sz="3200" b="1">
                <a:latin typeface="ui-sans-serif"/>
              </a:rPr>
              <a:t>95</a:t>
            </a:r>
            <a:endParaRPr lang="pl-PL" sz="3200" b="1" i="0">
              <a:effectLst/>
              <a:latin typeface="ui-sans-serif"/>
            </a:endParaRPr>
          </a:p>
        </p:txBody>
      </p:sp>
      <p:sp>
        <p:nvSpPr>
          <p:cNvPr id="8" name="pole tekstowe 7">
            <a:extLst>
              <a:ext uri="{FF2B5EF4-FFF2-40B4-BE49-F238E27FC236}">
                <a16:creationId xmlns:a16="http://schemas.microsoft.com/office/drawing/2014/main" id="{93C3DBFA-4EF7-06EC-9E7D-D3ED490C3136}"/>
              </a:ext>
            </a:extLst>
          </p:cNvPr>
          <p:cNvSpPr txBox="1"/>
          <p:nvPr/>
        </p:nvSpPr>
        <p:spPr>
          <a:xfrm>
            <a:off x="144189" y="628860"/>
            <a:ext cx="2930236" cy="1077218"/>
          </a:xfrm>
          <a:prstGeom prst="rect">
            <a:avLst/>
          </a:prstGeom>
          <a:noFill/>
        </p:spPr>
        <p:txBody>
          <a:bodyPr wrap="square" lIns="91440" tIns="45720" rIns="91440" bIns="45720" anchor="t">
            <a:spAutoFit/>
          </a:bodyPr>
          <a:lstStyle/>
          <a:p>
            <a:pPr algn="l"/>
            <a:r>
              <a:rPr lang="pl-PL" sz="3200" b="1" i="0" err="1">
                <a:solidFill>
                  <a:srgbClr val="0065A3"/>
                </a:solidFill>
                <a:effectLst/>
                <a:latin typeface="ui-sans-serif"/>
              </a:rPr>
              <a:t>Instances</a:t>
            </a:r>
          </a:p>
          <a:p>
            <a:pPr algn="l"/>
            <a:r>
              <a:rPr lang="pl-PL" sz="3200" b="1">
                <a:latin typeface="ui-sans-serif"/>
              </a:rPr>
              <a:t>   6819</a:t>
            </a:r>
          </a:p>
        </p:txBody>
      </p:sp>
      <p:sp>
        <p:nvSpPr>
          <p:cNvPr id="9" name="pole tekstowe 8">
            <a:extLst>
              <a:ext uri="{FF2B5EF4-FFF2-40B4-BE49-F238E27FC236}">
                <a16:creationId xmlns:a16="http://schemas.microsoft.com/office/drawing/2014/main" id="{74E931D4-7CBE-A135-23A2-BCF1E021A24C}"/>
              </a:ext>
            </a:extLst>
          </p:cNvPr>
          <p:cNvSpPr txBox="1"/>
          <p:nvPr/>
        </p:nvSpPr>
        <p:spPr>
          <a:xfrm>
            <a:off x="8592642" y="628860"/>
            <a:ext cx="6097978" cy="1077218"/>
          </a:xfrm>
          <a:prstGeom prst="rect">
            <a:avLst/>
          </a:prstGeom>
          <a:noFill/>
        </p:spPr>
        <p:txBody>
          <a:bodyPr wrap="square">
            <a:spAutoFit/>
          </a:bodyPr>
          <a:lstStyle/>
          <a:p>
            <a:pPr algn="l"/>
            <a:r>
              <a:rPr lang="pl-PL" sz="3200" b="1" i="0">
                <a:solidFill>
                  <a:srgbClr val="0065A3"/>
                </a:solidFill>
                <a:effectLst/>
                <a:latin typeface="ui-sans-serif"/>
              </a:rPr>
              <a:t>Missing </a:t>
            </a:r>
            <a:r>
              <a:rPr lang="pl-PL" sz="3200" b="1" i="0" err="1">
                <a:solidFill>
                  <a:srgbClr val="0065A3"/>
                </a:solidFill>
                <a:effectLst/>
                <a:latin typeface="ui-sans-serif"/>
              </a:rPr>
              <a:t>Values</a:t>
            </a:r>
            <a:r>
              <a:rPr lang="pl-PL" sz="3200" b="1" i="0">
                <a:solidFill>
                  <a:srgbClr val="0065A3"/>
                </a:solidFill>
                <a:effectLst/>
                <a:latin typeface="ui-sans-serif"/>
              </a:rPr>
              <a:t> </a:t>
            </a:r>
          </a:p>
          <a:p>
            <a:pPr algn="l"/>
            <a:r>
              <a:rPr lang="pl-PL" sz="3200" b="1">
                <a:solidFill>
                  <a:srgbClr val="0065A3"/>
                </a:solidFill>
                <a:latin typeface="ui-sans-serif"/>
              </a:rPr>
              <a:t>   </a:t>
            </a:r>
            <a:r>
              <a:rPr lang="pl-PL" sz="3200" b="1">
                <a:latin typeface="ui-sans-serif"/>
              </a:rPr>
              <a:t>NO</a:t>
            </a:r>
            <a:endParaRPr lang="pl-PL" sz="3200" b="1" i="0">
              <a:effectLst/>
              <a:latin typeface="ui-sans-serif"/>
            </a:endParaRPr>
          </a:p>
        </p:txBody>
      </p:sp>
      <p:sp>
        <p:nvSpPr>
          <p:cNvPr id="10" name="pole tekstowe 9">
            <a:extLst>
              <a:ext uri="{FF2B5EF4-FFF2-40B4-BE49-F238E27FC236}">
                <a16:creationId xmlns:a16="http://schemas.microsoft.com/office/drawing/2014/main" id="{524A20E0-34A1-D261-C338-456A7D1D3B60}"/>
              </a:ext>
            </a:extLst>
          </p:cNvPr>
          <p:cNvSpPr txBox="1"/>
          <p:nvPr/>
        </p:nvSpPr>
        <p:spPr>
          <a:xfrm>
            <a:off x="144189" y="1857496"/>
            <a:ext cx="9840410" cy="2579528"/>
          </a:xfrm>
          <a:prstGeom prst="rect">
            <a:avLst/>
          </a:prstGeom>
          <a:noFill/>
        </p:spPr>
        <p:txBody>
          <a:bodyPr wrap="square">
            <a:spAutoFit/>
          </a:bodyPr>
          <a:lstStyle/>
          <a:p>
            <a:pPr algn="l"/>
            <a:r>
              <a:rPr lang="pl-PL" sz="3200" b="1" i="0" err="1">
                <a:solidFill>
                  <a:srgbClr val="0065A3"/>
                </a:solidFill>
                <a:effectLst/>
                <a:latin typeface="ui-sans-serif"/>
              </a:rPr>
              <a:t>Redundant</a:t>
            </a:r>
            <a:r>
              <a:rPr lang="pl-PL" sz="3200" b="1" i="0">
                <a:solidFill>
                  <a:srgbClr val="0065A3"/>
                </a:solidFill>
                <a:effectLst/>
                <a:latin typeface="ui-sans-serif"/>
              </a:rPr>
              <a:t> </a:t>
            </a:r>
            <a:r>
              <a:rPr lang="pl-PL" sz="3200" b="1" i="0" err="1">
                <a:solidFill>
                  <a:srgbClr val="0065A3"/>
                </a:solidFill>
                <a:effectLst/>
                <a:latin typeface="ui-sans-serif"/>
              </a:rPr>
              <a:t>Features</a:t>
            </a:r>
            <a:endParaRPr lang="pl-PL" sz="3200" b="1" i="0">
              <a:solidFill>
                <a:srgbClr val="0065A3"/>
              </a:solidFill>
              <a:effectLst/>
              <a:latin typeface="ui-sans-serif"/>
            </a:endParaRPr>
          </a:p>
          <a:p>
            <a:pPr algn="l"/>
            <a:r>
              <a:rPr lang="pl-PL" sz="3200" b="1">
                <a:latin typeface="ui-sans-serif"/>
              </a:rPr>
              <a:t>   YES  </a:t>
            </a:r>
          </a:p>
          <a:p>
            <a:pPr algn="l"/>
            <a:r>
              <a:rPr lang="pl-PL" sz="3200" b="1">
                <a:latin typeface="ui-sans-serif"/>
              </a:rPr>
              <a:t>   X94 - Total Equity </a:t>
            </a:r>
            <a:r>
              <a:rPr lang="pl-PL" sz="3200" b="1" err="1">
                <a:latin typeface="ui-sans-serif"/>
              </a:rPr>
              <a:t>Growth</a:t>
            </a:r>
            <a:r>
              <a:rPr lang="pl-PL" sz="3200" b="1">
                <a:latin typeface="ui-sans-serif"/>
              </a:rPr>
              <a:t> = 1 in </a:t>
            </a:r>
            <a:r>
              <a:rPr lang="pl-PL" sz="3200" b="1" err="1">
                <a:latin typeface="ui-sans-serif"/>
              </a:rPr>
              <a:t>every</a:t>
            </a:r>
            <a:r>
              <a:rPr lang="pl-PL" sz="3200" b="1">
                <a:latin typeface="ui-sans-serif"/>
              </a:rPr>
              <a:t> </a:t>
            </a:r>
            <a:r>
              <a:rPr lang="pl-PL" sz="3200" b="1" err="1">
                <a:latin typeface="ui-sans-serif"/>
              </a:rPr>
              <a:t>row</a:t>
            </a:r>
            <a:endParaRPr lang="pl-PL" sz="3200" b="1">
              <a:latin typeface="ui-sans-serif"/>
            </a:endParaRPr>
          </a:p>
          <a:p>
            <a:pPr algn="l"/>
            <a:r>
              <a:rPr lang="pl-PL" sz="3200" b="1">
                <a:latin typeface="ui-sans-serif"/>
              </a:rPr>
              <a:t>   X95 - </a:t>
            </a:r>
            <a:r>
              <a:rPr lang="pl-PL" sz="3200" b="1" err="1">
                <a:latin typeface="ui-sans-serif"/>
              </a:rPr>
              <a:t>Liability-Assets</a:t>
            </a:r>
            <a:r>
              <a:rPr lang="pl-PL" sz="3200" b="1">
                <a:latin typeface="ui-sans-serif"/>
              </a:rPr>
              <a:t> Flag =  0 in </a:t>
            </a:r>
            <a:r>
              <a:rPr lang="pl-PL" sz="3200" b="1" err="1">
                <a:latin typeface="ui-sans-serif"/>
              </a:rPr>
              <a:t>almost</a:t>
            </a:r>
            <a:r>
              <a:rPr lang="pl-PL" sz="3200" b="1">
                <a:latin typeface="ui-sans-serif"/>
              </a:rPr>
              <a:t> </a:t>
            </a:r>
            <a:r>
              <a:rPr lang="pl-PL" sz="3200" b="1" err="1">
                <a:latin typeface="ui-sans-serif"/>
              </a:rPr>
              <a:t>every</a:t>
            </a:r>
            <a:r>
              <a:rPr lang="pl-PL" sz="3200" b="1">
                <a:latin typeface="ui-sans-serif"/>
              </a:rPr>
              <a:t> </a:t>
            </a:r>
            <a:r>
              <a:rPr lang="pl-PL" sz="3200" b="1" err="1">
                <a:latin typeface="ui-sans-serif"/>
              </a:rPr>
              <a:t>row</a:t>
            </a:r>
            <a:r>
              <a:rPr lang="pl-PL" sz="3200" b="1">
                <a:latin typeface="ui-sans-serif"/>
              </a:rPr>
              <a:t> </a:t>
            </a:r>
          </a:p>
          <a:p>
            <a:pPr algn="l"/>
            <a:r>
              <a:rPr lang="pl-PL" sz="3200" b="1">
                <a:latin typeface="ui-sans-serif"/>
              </a:rPr>
              <a:t>   </a:t>
            </a:r>
          </a:p>
        </p:txBody>
      </p:sp>
      <p:sp>
        <p:nvSpPr>
          <p:cNvPr id="11" name="pole tekstowe 10">
            <a:extLst>
              <a:ext uri="{FF2B5EF4-FFF2-40B4-BE49-F238E27FC236}">
                <a16:creationId xmlns:a16="http://schemas.microsoft.com/office/drawing/2014/main" id="{D4F25B48-0D9A-34AC-2D53-A74615F7AA0C}"/>
              </a:ext>
            </a:extLst>
          </p:cNvPr>
          <p:cNvSpPr txBox="1"/>
          <p:nvPr/>
        </p:nvSpPr>
        <p:spPr>
          <a:xfrm>
            <a:off x="144189" y="4090213"/>
            <a:ext cx="12038500" cy="2554545"/>
          </a:xfrm>
          <a:prstGeom prst="rect">
            <a:avLst/>
          </a:prstGeom>
          <a:noFill/>
        </p:spPr>
        <p:txBody>
          <a:bodyPr wrap="square" lIns="91440" tIns="45720" rIns="91440" bIns="45720" anchor="t">
            <a:spAutoFit/>
          </a:bodyPr>
          <a:lstStyle/>
          <a:p>
            <a:pPr algn="l"/>
            <a:r>
              <a:rPr lang="pl-PL" sz="3200" b="1" err="1">
                <a:solidFill>
                  <a:srgbClr val="0065A3"/>
                </a:solidFill>
                <a:latin typeface="ui-sans-serif"/>
              </a:rPr>
              <a:t>Features</a:t>
            </a:r>
            <a:r>
              <a:rPr lang="pl-PL" sz="3200" b="1">
                <a:solidFill>
                  <a:srgbClr val="0065A3"/>
                </a:solidFill>
                <a:latin typeface="ui-sans-serif"/>
              </a:rPr>
              <a:t> </a:t>
            </a:r>
            <a:r>
              <a:rPr lang="pl-PL" sz="3200" b="1" err="1">
                <a:solidFill>
                  <a:srgbClr val="0065A3"/>
                </a:solidFill>
                <a:latin typeface="ui-sans-serif"/>
              </a:rPr>
              <a:t>values</a:t>
            </a:r>
            <a:r>
              <a:rPr lang="pl-PL" sz="3200" b="1">
                <a:solidFill>
                  <a:srgbClr val="0065A3"/>
                </a:solidFill>
                <a:latin typeface="ui-sans-serif"/>
              </a:rPr>
              <a:t> </a:t>
            </a:r>
            <a:r>
              <a:rPr lang="pl-PL" sz="3200" b="1" err="1">
                <a:solidFill>
                  <a:srgbClr val="0065A3"/>
                </a:solidFill>
                <a:latin typeface="ui-sans-serif"/>
              </a:rPr>
              <a:t>disproportion</a:t>
            </a:r>
            <a:endParaRPr lang="pl-PL" sz="3200" b="1" i="0">
              <a:solidFill>
                <a:srgbClr val="0065A3"/>
              </a:solidFill>
              <a:effectLst/>
              <a:latin typeface="ui-sans-serif"/>
            </a:endParaRPr>
          </a:p>
          <a:p>
            <a:r>
              <a:rPr lang="pl-PL" sz="3200" b="1">
                <a:latin typeface="ui-sans-serif"/>
              </a:rPr>
              <a:t>   </a:t>
            </a:r>
            <a:r>
              <a:rPr lang="en-US" sz="3200" b="1">
                <a:latin typeface="ui-sans-serif"/>
              </a:rPr>
              <a:t>Column with the highest mean value: X29</a:t>
            </a:r>
            <a:r>
              <a:rPr lang="pl-PL" sz="3200" b="1">
                <a:latin typeface="ui-sans-serif"/>
              </a:rPr>
              <a:t> – Equity/Total </a:t>
            </a:r>
            <a:r>
              <a:rPr lang="pl-PL" sz="3200" b="1" err="1">
                <a:latin typeface="ui-sans-serif"/>
              </a:rPr>
              <a:t>Assets</a:t>
            </a:r>
            <a:endParaRPr lang="pl-PL" sz="3200" b="1">
              <a:latin typeface="ui-sans-serif"/>
            </a:endParaRPr>
          </a:p>
          <a:p>
            <a:pPr algn="l"/>
            <a:r>
              <a:rPr lang="pl-PL" sz="3200" b="1">
                <a:latin typeface="ui-sans-serif"/>
              </a:rPr>
              <a:t>   </a:t>
            </a:r>
            <a:r>
              <a:rPr lang="en-US" sz="3200" b="1">
                <a:latin typeface="ui-sans-serif"/>
              </a:rPr>
              <a:t>Mean: 5508096595.24</a:t>
            </a:r>
            <a:r>
              <a:rPr lang="pl-PL" sz="3200" b="1">
                <a:latin typeface="ui-sans-serif"/>
              </a:rPr>
              <a:t> </a:t>
            </a:r>
            <a:endParaRPr lang="en-US" sz="3200" b="1">
              <a:latin typeface="ui-sans-serif"/>
            </a:endParaRPr>
          </a:p>
          <a:p>
            <a:r>
              <a:rPr lang="pl-PL" sz="3200" b="1">
                <a:latin typeface="ui-sans-serif"/>
              </a:rPr>
              <a:t>   </a:t>
            </a:r>
            <a:r>
              <a:rPr lang="en-US" sz="3200" b="1">
                <a:latin typeface="ui-sans-serif"/>
              </a:rPr>
              <a:t>Column with the lowest mean value: X85 – Cash Flow to Liability</a:t>
            </a:r>
            <a:endParaRPr lang="pl-PL" sz="3200" b="1">
              <a:latin typeface="ui-sans-serif"/>
            </a:endParaRPr>
          </a:p>
          <a:p>
            <a:pPr algn="l"/>
            <a:r>
              <a:rPr lang="pl-PL" sz="3200" b="1">
                <a:latin typeface="ui-sans-serif"/>
              </a:rPr>
              <a:t>   </a:t>
            </a:r>
            <a:r>
              <a:rPr lang="en-US" sz="3200" b="1">
                <a:latin typeface="ui-sans-serif"/>
              </a:rPr>
              <a:t>Mean: 0.0011731925</a:t>
            </a:r>
            <a:endParaRPr lang="pl-PL" sz="3200" b="1">
              <a:latin typeface="ui-sans-serif"/>
            </a:endParaRPr>
          </a:p>
        </p:txBody>
      </p:sp>
    </p:spTree>
    <p:extLst>
      <p:ext uri="{BB962C8B-B14F-4D97-AF65-F5344CB8AC3E}">
        <p14:creationId xmlns:p14="http://schemas.microsoft.com/office/powerpoint/2010/main" val="15885306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3">
            <a:extLst>
              <a:ext uri="{FF2B5EF4-FFF2-40B4-BE49-F238E27FC236}">
                <a16:creationId xmlns:a16="http://schemas.microsoft.com/office/drawing/2014/main" id="{27764CB7-FC30-ED3A-30CE-FF9EC39D8BE7}"/>
              </a:ext>
            </a:extLst>
          </p:cNvPr>
          <p:cNvSpPr/>
          <p:nvPr/>
        </p:nvSpPr>
        <p:spPr>
          <a:xfrm>
            <a:off x="0" y="0"/>
            <a:ext cx="4416552" cy="6858000"/>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pic>
        <p:nvPicPr>
          <p:cNvPr id="6" name="Obraz 5">
            <a:extLst>
              <a:ext uri="{FF2B5EF4-FFF2-40B4-BE49-F238E27FC236}">
                <a16:creationId xmlns:a16="http://schemas.microsoft.com/office/drawing/2014/main" id="{C57A580C-2DF0-6542-51B5-D36DFF789CDB}"/>
              </a:ext>
            </a:extLst>
          </p:cNvPr>
          <p:cNvPicPr>
            <a:picLocks noChangeAspect="1"/>
          </p:cNvPicPr>
          <p:nvPr/>
        </p:nvPicPr>
        <p:blipFill>
          <a:blip r:embed="rId3"/>
          <a:stretch>
            <a:fillRect/>
          </a:stretch>
        </p:blipFill>
        <p:spPr>
          <a:xfrm>
            <a:off x="4846229" y="1587035"/>
            <a:ext cx="6546342" cy="4839113"/>
          </a:xfrm>
          <a:prstGeom prst="rect">
            <a:avLst/>
          </a:prstGeom>
        </p:spPr>
      </p:pic>
      <p:sp>
        <p:nvSpPr>
          <p:cNvPr id="7" name="Tytuł 1">
            <a:extLst>
              <a:ext uri="{FF2B5EF4-FFF2-40B4-BE49-F238E27FC236}">
                <a16:creationId xmlns:a16="http://schemas.microsoft.com/office/drawing/2014/main" id="{C44E69CC-AE85-8E8E-F584-FA64BE5507C3}"/>
              </a:ext>
            </a:extLst>
          </p:cNvPr>
          <p:cNvSpPr>
            <a:spLocks noGrp="1"/>
          </p:cNvSpPr>
          <p:nvPr>
            <p:ph type="title"/>
          </p:nvPr>
        </p:nvSpPr>
        <p:spPr>
          <a:xfrm>
            <a:off x="263652" y="680909"/>
            <a:ext cx="3889248" cy="5496179"/>
          </a:xfrm>
        </p:spPr>
        <p:txBody>
          <a:bodyPr>
            <a:normAutofit/>
          </a:bodyPr>
          <a:lstStyle/>
          <a:p>
            <a:pPr algn="ctr"/>
            <a:r>
              <a:rPr lang="pl-PL" err="1">
                <a:solidFill>
                  <a:srgbClr val="E8EAED"/>
                </a:solidFill>
                <a:latin typeface="ui-sans-serif"/>
              </a:rPr>
              <a:t>D</a:t>
            </a:r>
            <a:r>
              <a:rPr lang="pl-PL" b="0" i="0" err="1">
                <a:solidFill>
                  <a:srgbClr val="E8EAED"/>
                </a:solidFill>
                <a:effectLst/>
                <a:latin typeface="ui-sans-serif"/>
              </a:rPr>
              <a:t>isproportion</a:t>
            </a:r>
            <a:r>
              <a:rPr lang="pl-PL" b="0" i="0">
                <a:solidFill>
                  <a:srgbClr val="E8EAED"/>
                </a:solidFill>
                <a:effectLst/>
                <a:latin typeface="ui-sans-serif"/>
              </a:rPr>
              <a:t> </a:t>
            </a:r>
            <a:r>
              <a:rPr lang="pl-PL" b="0" i="0" err="1">
                <a:solidFill>
                  <a:srgbClr val="E8EAED"/>
                </a:solidFill>
                <a:effectLst/>
                <a:latin typeface="ui-sans-serif"/>
              </a:rPr>
              <a:t>between</a:t>
            </a:r>
            <a:r>
              <a:rPr lang="pl-PL" b="0" i="0">
                <a:solidFill>
                  <a:srgbClr val="E8EAED"/>
                </a:solidFill>
                <a:effectLst/>
                <a:latin typeface="ui-sans-serif"/>
              </a:rPr>
              <a:t> </a:t>
            </a:r>
            <a:r>
              <a:rPr lang="pl-PL" b="0" i="0" err="1">
                <a:solidFill>
                  <a:srgbClr val="E8EAED"/>
                </a:solidFill>
                <a:effectLst/>
                <a:latin typeface="ui-sans-serif"/>
              </a:rPr>
              <a:t>classes</a:t>
            </a:r>
            <a:endParaRPr lang="pl-PL"/>
          </a:p>
        </p:txBody>
      </p:sp>
      <p:sp>
        <p:nvSpPr>
          <p:cNvPr id="8" name="Tytuł 1">
            <a:extLst>
              <a:ext uri="{FF2B5EF4-FFF2-40B4-BE49-F238E27FC236}">
                <a16:creationId xmlns:a16="http://schemas.microsoft.com/office/drawing/2014/main" id="{AB953042-EED3-E67A-E1F4-1C9B528CA83E}"/>
              </a:ext>
            </a:extLst>
          </p:cNvPr>
          <p:cNvSpPr txBox="1">
            <a:spLocks/>
          </p:cNvSpPr>
          <p:nvPr/>
        </p:nvSpPr>
        <p:spPr>
          <a:xfrm rot="16200000">
            <a:off x="6599080" y="2453479"/>
            <a:ext cx="3093721" cy="310622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l-PL"/>
          </a:p>
        </p:txBody>
      </p:sp>
      <p:sp>
        <p:nvSpPr>
          <p:cNvPr id="11" name="Tytuł 1">
            <a:extLst>
              <a:ext uri="{FF2B5EF4-FFF2-40B4-BE49-F238E27FC236}">
                <a16:creationId xmlns:a16="http://schemas.microsoft.com/office/drawing/2014/main" id="{E0170DFF-640A-AF5D-7B23-591685168CEF}"/>
              </a:ext>
            </a:extLst>
          </p:cNvPr>
          <p:cNvSpPr txBox="1">
            <a:spLocks/>
          </p:cNvSpPr>
          <p:nvPr/>
        </p:nvSpPr>
        <p:spPr>
          <a:xfrm>
            <a:off x="5509260" y="1837944"/>
            <a:ext cx="2427732" cy="354056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pl-PL" b="1">
                <a:latin typeface="ui-sans-serif"/>
              </a:rPr>
            </a:br>
            <a:endParaRPr lang="pl-PL"/>
          </a:p>
        </p:txBody>
      </p:sp>
      <p:sp>
        <p:nvSpPr>
          <p:cNvPr id="14" name="Tytuł 1">
            <a:extLst>
              <a:ext uri="{FF2B5EF4-FFF2-40B4-BE49-F238E27FC236}">
                <a16:creationId xmlns:a16="http://schemas.microsoft.com/office/drawing/2014/main" id="{07BE2A82-EBAB-70A8-22A0-A4B3D589841F}"/>
              </a:ext>
            </a:extLst>
          </p:cNvPr>
          <p:cNvSpPr txBox="1">
            <a:spLocks/>
          </p:cNvSpPr>
          <p:nvPr/>
        </p:nvSpPr>
        <p:spPr>
          <a:xfrm>
            <a:off x="5889501" y="2276856"/>
            <a:ext cx="3159252" cy="1830640"/>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br>
              <a:rPr lang="pl-PL"/>
            </a:br>
            <a:br>
              <a:rPr lang="pl-PL" b="1">
                <a:latin typeface="ui-sans-serif"/>
              </a:rPr>
            </a:br>
            <a:endParaRPr lang="pl-PL"/>
          </a:p>
        </p:txBody>
      </p:sp>
      <p:sp>
        <p:nvSpPr>
          <p:cNvPr id="16" name="Tytuł 1">
            <a:extLst>
              <a:ext uri="{FF2B5EF4-FFF2-40B4-BE49-F238E27FC236}">
                <a16:creationId xmlns:a16="http://schemas.microsoft.com/office/drawing/2014/main" id="{C89C9725-6D48-D35D-4242-B5463B08F01E}"/>
              </a:ext>
            </a:extLst>
          </p:cNvPr>
          <p:cNvSpPr txBox="1">
            <a:spLocks/>
          </p:cNvSpPr>
          <p:nvPr/>
        </p:nvSpPr>
        <p:spPr>
          <a:xfrm>
            <a:off x="5159505" y="513269"/>
            <a:ext cx="3889248" cy="54961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l-PL">
              <a:highlight>
                <a:srgbClr val="FFFF00"/>
              </a:highlight>
            </a:endParaRPr>
          </a:p>
        </p:txBody>
      </p:sp>
      <p:sp>
        <p:nvSpPr>
          <p:cNvPr id="19" name="Tytuł 1">
            <a:extLst>
              <a:ext uri="{FF2B5EF4-FFF2-40B4-BE49-F238E27FC236}">
                <a16:creationId xmlns:a16="http://schemas.microsoft.com/office/drawing/2014/main" id="{68620A77-8764-8FE7-AE27-5EC638D735FA}"/>
              </a:ext>
            </a:extLst>
          </p:cNvPr>
          <p:cNvSpPr txBox="1">
            <a:spLocks/>
          </p:cNvSpPr>
          <p:nvPr/>
        </p:nvSpPr>
        <p:spPr>
          <a:xfrm rot="16200000">
            <a:off x="4689750" y="2213447"/>
            <a:ext cx="3889248" cy="35862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a:solidFill>
                  <a:schemeClr val="bg1"/>
                </a:solidFill>
                <a:latin typeface="ui-sans-serif"/>
              </a:rPr>
              <a:t>Non-</a:t>
            </a:r>
            <a:r>
              <a:rPr lang="pl-PL" err="1">
                <a:solidFill>
                  <a:schemeClr val="bg1"/>
                </a:solidFill>
                <a:latin typeface="ui-sans-serif"/>
              </a:rPr>
              <a:t>Bankrupt</a:t>
            </a:r>
            <a:r>
              <a:rPr lang="pl-PL">
                <a:solidFill>
                  <a:schemeClr val="bg1"/>
                </a:solidFill>
                <a:latin typeface="ui-sans-serif"/>
              </a:rPr>
              <a:t> </a:t>
            </a:r>
          </a:p>
        </p:txBody>
      </p:sp>
      <p:sp>
        <p:nvSpPr>
          <p:cNvPr id="21" name="Tytuł 1">
            <a:extLst>
              <a:ext uri="{FF2B5EF4-FFF2-40B4-BE49-F238E27FC236}">
                <a16:creationId xmlns:a16="http://schemas.microsoft.com/office/drawing/2014/main" id="{C1371557-7326-EA81-E95D-57EB6DDEF9F6}"/>
              </a:ext>
            </a:extLst>
          </p:cNvPr>
          <p:cNvSpPr txBox="1">
            <a:spLocks/>
          </p:cNvSpPr>
          <p:nvPr/>
        </p:nvSpPr>
        <p:spPr>
          <a:xfrm>
            <a:off x="5701775" y="297407"/>
            <a:ext cx="1767352" cy="1347859"/>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a:solidFill>
                  <a:schemeClr val="bg1"/>
                </a:solidFill>
                <a:latin typeface="ui-sans-serif"/>
              </a:rPr>
              <a:t>6599 </a:t>
            </a:r>
          </a:p>
        </p:txBody>
      </p:sp>
      <p:sp>
        <p:nvSpPr>
          <p:cNvPr id="24" name="Tytuł 1">
            <a:extLst>
              <a:ext uri="{FF2B5EF4-FFF2-40B4-BE49-F238E27FC236}">
                <a16:creationId xmlns:a16="http://schemas.microsoft.com/office/drawing/2014/main" id="{6F94606C-503B-4CD1-05EE-5A40D2E4D6CF}"/>
              </a:ext>
            </a:extLst>
          </p:cNvPr>
          <p:cNvSpPr txBox="1">
            <a:spLocks/>
          </p:cNvSpPr>
          <p:nvPr/>
        </p:nvSpPr>
        <p:spPr>
          <a:xfrm>
            <a:off x="9164378" y="297406"/>
            <a:ext cx="1767352" cy="1347859"/>
          </a:xfrm>
          <a:prstGeom prst="rect">
            <a:avLst/>
          </a:prstGeom>
          <a:solidFill>
            <a:srgbClr val="FF0000"/>
          </a:solidFill>
          <a:ln>
            <a:solidFill>
              <a:srgbClr val="FF0000"/>
            </a:solidFill>
          </a:ln>
        </p:spPr>
        <p:style>
          <a:lnRef idx="2">
            <a:schemeClr val="accent6"/>
          </a:lnRef>
          <a:fillRef idx="1">
            <a:schemeClr val="lt1"/>
          </a:fillRef>
          <a:effectRef idx="0">
            <a:schemeClr val="accent6"/>
          </a:effectRef>
          <a:fontRef idx="minor">
            <a:schemeClr val="dk1"/>
          </a:fontRef>
        </p:style>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a:solidFill>
                  <a:schemeClr val="bg1"/>
                </a:solidFill>
                <a:latin typeface="ui-sans-serif"/>
              </a:rPr>
              <a:t>220 </a:t>
            </a:r>
          </a:p>
        </p:txBody>
      </p:sp>
    </p:spTree>
    <p:extLst>
      <p:ext uri="{BB962C8B-B14F-4D97-AF65-F5344CB8AC3E}">
        <p14:creationId xmlns:p14="http://schemas.microsoft.com/office/powerpoint/2010/main" val="2495128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a 3">
            <a:extLst>
              <a:ext uri="{FF2B5EF4-FFF2-40B4-BE49-F238E27FC236}">
                <a16:creationId xmlns:a16="http://schemas.microsoft.com/office/drawing/2014/main" id="{632034DE-111C-A07D-7E84-6D58FA19522E}"/>
              </a:ext>
            </a:extLst>
          </p:cNvPr>
          <p:cNvGraphicFramePr>
            <a:graphicFrameLocks noGrp="1"/>
          </p:cNvGraphicFramePr>
          <p:nvPr>
            <p:extLst>
              <p:ext uri="{D42A27DB-BD31-4B8C-83A1-F6EECF244321}">
                <p14:modId xmlns:p14="http://schemas.microsoft.com/office/powerpoint/2010/main" val="1747496522"/>
              </p:ext>
            </p:extLst>
          </p:nvPr>
        </p:nvGraphicFramePr>
        <p:xfrm>
          <a:off x="1909486" y="3512855"/>
          <a:ext cx="8373027" cy="2729868"/>
        </p:xfrm>
        <a:graphic>
          <a:graphicData uri="http://schemas.openxmlformats.org/drawingml/2006/table">
            <a:tbl>
              <a:tblPr firstRow="1" bandRow="1">
                <a:tableStyleId>{5C22544A-7EE6-4342-B048-85BDC9FD1C3A}</a:tableStyleId>
              </a:tblPr>
              <a:tblGrid>
                <a:gridCol w="2472593">
                  <a:extLst>
                    <a:ext uri="{9D8B030D-6E8A-4147-A177-3AD203B41FA5}">
                      <a16:colId xmlns:a16="http://schemas.microsoft.com/office/drawing/2014/main" val="747780087"/>
                    </a:ext>
                  </a:extLst>
                </a:gridCol>
                <a:gridCol w="1749763">
                  <a:extLst>
                    <a:ext uri="{9D8B030D-6E8A-4147-A177-3AD203B41FA5}">
                      <a16:colId xmlns:a16="http://schemas.microsoft.com/office/drawing/2014/main" val="3461686864"/>
                    </a:ext>
                  </a:extLst>
                </a:gridCol>
                <a:gridCol w="1270718">
                  <a:extLst>
                    <a:ext uri="{9D8B030D-6E8A-4147-A177-3AD203B41FA5}">
                      <a16:colId xmlns:a16="http://schemas.microsoft.com/office/drawing/2014/main" val="2935510065"/>
                    </a:ext>
                  </a:extLst>
                </a:gridCol>
                <a:gridCol w="1571187">
                  <a:extLst>
                    <a:ext uri="{9D8B030D-6E8A-4147-A177-3AD203B41FA5}">
                      <a16:colId xmlns:a16="http://schemas.microsoft.com/office/drawing/2014/main" val="751022704"/>
                    </a:ext>
                  </a:extLst>
                </a:gridCol>
                <a:gridCol w="1308766">
                  <a:extLst>
                    <a:ext uri="{9D8B030D-6E8A-4147-A177-3AD203B41FA5}">
                      <a16:colId xmlns:a16="http://schemas.microsoft.com/office/drawing/2014/main" val="1837310423"/>
                    </a:ext>
                  </a:extLst>
                </a:gridCol>
              </a:tblGrid>
              <a:tr h="438389">
                <a:tc>
                  <a:txBody>
                    <a:bodyPr/>
                    <a:lstStyle/>
                    <a:p>
                      <a:endParaRPr lang="pl-PL" sz="2200" b="1">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precision</a:t>
                      </a:r>
                    </a:p>
                  </a:txBody>
                  <a:tcPr marL="109538" marR="109538" marT="54769" marB="54769">
                    <a:solidFill>
                      <a:srgbClr val="0065A3"/>
                    </a:solidFill>
                  </a:tcPr>
                </a:tc>
                <a:tc>
                  <a:txBody>
                    <a:bodyPr/>
                    <a:lstStyle/>
                    <a:p>
                      <a:r>
                        <a:rPr lang="pl-PL" sz="2200" err="1">
                          <a:latin typeface="Consolas" panose="020B0609020204030204" pitchFamily="49" charset="0"/>
                        </a:rPr>
                        <a:t>recall</a:t>
                      </a:r>
                      <a:endParaRPr lang="pl-PL" sz="2200">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f1-Score</a:t>
                      </a:r>
                    </a:p>
                  </a:txBody>
                  <a:tcPr marL="109538" marR="109538" marT="54769" marB="54769">
                    <a:solidFill>
                      <a:srgbClr val="0065A3"/>
                    </a:solidFill>
                  </a:tcPr>
                </a:tc>
                <a:tc>
                  <a:txBody>
                    <a:bodyPr/>
                    <a:lstStyle/>
                    <a:p>
                      <a:r>
                        <a:rPr lang="pl-PL" sz="2200" err="1">
                          <a:latin typeface="Consolas" panose="020B0609020204030204" pitchFamily="49" charset="0"/>
                        </a:rPr>
                        <a:t>support</a:t>
                      </a:r>
                      <a:endParaRPr lang="pl-PL" sz="2200">
                        <a:latin typeface="Consolas" panose="020B0609020204030204" pitchFamily="49" charset="0"/>
                      </a:endParaRPr>
                    </a:p>
                  </a:txBody>
                  <a:tcPr marL="109538" marR="109538" marT="54769" marB="54769">
                    <a:solidFill>
                      <a:srgbClr val="0065A3"/>
                    </a:solidFill>
                  </a:tcPr>
                </a:tc>
                <a:extLst>
                  <a:ext uri="{0D108BD9-81ED-4DB2-BD59-A6C34878D82A}">
                    <a16:rowId xmlns:a16="http://schemas.microsoft.com/office/drawing/2014/main" val="2813898391"/>
                  </a:ext>
                </a:extLst>
              </a:tr>
              <a:tr h="444237">
                <a:tc>
                  <a:txBody>
                    <a:bodyPr/>
                    <a:lstStyle/>
                    <a:p>
                      <a:pPr algn="ctr"/>
                      <a:r>
                        <a:rPr lang="pl-PL" sz="2400" b="1">
                          <a:latin typeface="Consolas" panose="020B0609020204030204" pitchFamily="49" charset="0"/>
                        </a:rPr>
                        <a:t>0 </a:t>
                      </a:r>
                    </a:p>
                  </a:txBody>
                  <a:tcPr marL="109538" marR="109538" marT="54769" marB="54769">
                    <a:solidFill>
                      <a:schemeClr val="accent6">
                        <a:lumMod val="75000"/>
                      </a:schemeClr>
                    </a:solidFill>
                  </a:tcPr>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extLst>
                  <a:ext uri="{0D108BD9-81ED-4DB2-BD59-A6C34878D82A}">
                    <a16:rowId xmlns:a16="http://schemas.microsoft.com/office/drawing/2014/main" val="3412453774"/>
                  </a:ext>
                </a:extLst>
              </a:tr>
              <a:tr h="444237">
                <a:tc>
                  <a:txBody>
                    <a:bodyPr/>
                    <a:lstStyle/>
                    <a:p>
                      <a:pPr algn="ctr"/>
                      <a:r>
                        <a:rPr lang="pl-PL" sz="2400" b="1">
                          <a:latin typeface="Consolas" panose="020B0609020204030204" pitchFamily="49" charset="0"/>
                        </a:rPr>
                        <a:t>1</a:t>
                      </a:r>
                      <a:r>
                        <a:rPr lang="pl-PL" sz="2000" b="1">
                          <a:latin typeface="Consolas" panose="020B0609020204030204" pitchFamily="49" charset="0"/>
                        </a:rPr>
                        <a:t> </a:t>
                      </a:r>
                    </a:p>
                  </a:txBody>
                  <a:tcPr marL="109538" marR="109538" marT="54769" marB="54769">
                    <a:solidFill>
                      <a:srgbClr val="FF0000"/>
                    </a:solidFill>
                  </a:tcPr>
                </a:tc>
                <a:tc>
                  <a:txBody>
                    <a:bodyPr/>
                    <a:lstStyle/>
                    <a:p>
                      <a:endParaRPr lang="pl-PL" sz="2200"/>
                    </a:p>
                  </a:txBody>
                  <a:tcPr marL="109538" marR="109538" marT="54769" marB="54769">
                    <a:lnB w="12700" cmpd="sng">
                      <a:noFill/>
                    </a:lnB>
                  </a:tcPr>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extLst>
                  <a:ext uri="{0D108BD9-81ED-4DB2-BD59-A6C34878D82A}">
                    <a16:rowId xmlns:a16="http://schemas.microsoft.com/office/drawing/2014/main" val="3681505047"/>
                  </a:ext>
                </a:extLst>
              </a:tr>
              <a:tr h="444237">
                <a:tc>
                  <a:txBody>
                    <a:bodyPr/>
                    <a:lstStyle/>
                    <a:p>
                      <a:r>
                        <a:rPr lang="pl-PL" sz="2200" b="1" err="1">
                          <a:latin typeface="Consolas" panose="020B0609020204030204" pitchFamily="49" charset="0"/>
                        </a:rPr>
                        <a:t>accuracy</a:t>
                      </a:r>
                      <a:endParaRPr lang="pl-PL" sz="2200" b="1">
                        <a:latin typeface="Consolas" panose="020B0609020204030204" pitchFamily="49" charset="0"/>
                      </a:endParaRPr>
                    </a:p>
                  </a:txBody>
                  <a:tcPr marL="109538" marR="109538" marT="54769" marB="54769">
                    <a:lnR w="12700" cmpd="sng">
                      <a:noFill/>
                    </a:lnR>
                  </a:tcPr>
                </a:tc>
                <a:tc>
                  <a:txBody>
                    <a:bodyPr/>
                    <a:lstStyle/>
                    <a:p>
                      <a:endParaRPr lang="pl-PL" sz="2200"/>
                    </a:p>
                  </a:txBody>
                  <a:tcPr marL="109538" marR="109538" marT="54769" marB="54769">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pl-PL" sz="2200"/>
                    </a:p>
                  </a:txBody>
                  <a:tcPr marL="109538" marR="109538" marT="54769" marB="54769">
                    <a:lnL w="12700" cmpd="sng">
                      <a:noFill/>
                    </a:lnL>
                    <a:noFill/>
                  </a:tcPr>
                </a:tc>
                <a:tc>
                  <a:txBody>
                    <a:bodyPr/>
                    <a:lstStyle/>
                    <a:p>
                      <a:endParaRPr lang="pl-PL" sz="2200"/>
                    </a:p>
                  </a:txBody>
                  <a:tcPr marL="109538" marR="109538" marT="54769" marB="54769"/>
                </a:tc>
                <a:tc>
                  <a:txBody>
                    <a:bodyPr/>
                    <a:lstStyle/>
                    <a:p>
                      <a:endParaRPr lang="pl-PL" sz="2200"/>
                    </a:p>
                  </a:txBody>
                  <a:tcPr marL="109538" marR="109538" marT="54769" marB="54769"/>
                </a:tc>
                <a:extLst>
                  <a:ext uri="{0D108BD9-81ED-4DB2-BD59-A6C34878D82A}">
                    <a16:rowId xmlns:a16="http://schemas.microsoft.com/office/drawing/2014/main" val="206906032"/>
                  </a:ext>
                </a:extLst>
              </a:tr>
              <a:tr h="444237">
                <a:tc>
                  <a:txBody>
                    <a:bodyPr/>
                    <a:lstStyle/>
                    <a:p>
                      <a:r>
                        <a:rPr lang="pl-PL" sz="2200" b="1">
                          <a:latin typeface="Consolas" panose="020B0609020204030204" pitchFamily="49" charset="0"/>
                        </a:rPr>
                        <a:t>macro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endParaRPr lang="pl-PL" sz="2200"/>
                    </a:p>
                  </a:txBody>
                  <a:tcPr marL="109538" marR="109538" marT="54769" marB="54769">
                    <a:lnT w="12700" cmpd="sng">
                      <a:noFill/>
                    </a:lnT>
                  </a:tcPr>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extLst>
                  <a:ext uri="{0D108BD9-81ED-4DB2-BD59-A6C34878D82A}">
                    <a16:rowId xmlns:a16="http://schemas.microsoft.com/office/drawing/2014/main" val="3359518164"/>
                  </a:ext>
                </a:extLst>
              </a:tr>
              <a:tr h="444237">
                <a:tc>
                  <a:txBody>
                    <a:bodyPr/>
                    <a:lstStyle/>
                    <a:p>
                      <a:r>
                        <a:rPr lang="pl-PL" sz="2200" b="1" err="1">
                          <a:latin typeface="Consolas" panose="020B0609020204030204" pitchFamily="49" charset="0"/>
                        </a:rPr>
                        <a:t>weighted</a:t>
                      </a:r>
                      <a:r>
                        <a:rPr lang="pl-PL" sz="2200" b="1">
                          <a:latin typeface="Consolas" panose="020B0609020204030204" pitchFamily="49" charset="0"/>
                        </a:rPr>
                        <a:t>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tc>
                  <a:txBody>
                    <a:bodyPr/>
                    <a:lstStyle/>
                    <a:p>
                      <a:endParaRPr lang="pl-PL" sz="2200"/>
                    </a:p>
                  </a:txBody>
                  <a:tcPr marL="109538" marR="109538" marT="54769" marB="54769"/>
                </a:tc>
                <a:extLst>
                  <a:ext uri="{0D108BD9-81ED-4DB2-BD59-A6C34878D82A}">
                    <a16:rowId xmlns:a16="http://schemas.microsoft.com/office/drawing/2014/main" val="684881"/>
                  </a:ext>
                </a:extLst>
              </a:tr>
            </a:tbl>
          </a:graphicData>
        </a:graphic>
      </p:graphicFrame>
      <p:sp>
        <p:nvSpPr>
          <p:cNvPr id="5" name="Prostokąt 4">
            <a:extLst>
              <a:ext uri="{FF2B5EF4-FFF2-40B4-BE49-F238E27FC236}">
                <a16:creationId xmlns:a16="http://schemas.microsoft.com/office/drawing/2014/main" id="{BB5CF93A-DA42-52B0-95D9-82F15157EF3A}"/>
              </a:ext>
            </a:extLst>
          </p:cNvPr>
          <p:cNvSpPr/>
          <p:nvPr/>
        </p:nvSpPr>
        <p:spPr>
          <a:xfrm>
            <a:off x="0" y="0"/>
            <a:ext cx="12192000" cy="2991612"/>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6" name="Tytuł 1">
            <a:extLst>
              <a:ext uri="{FF2B5EF4-FFF2-40B4-BE49-F238E27FC236}">
                <a16:creationId xmlns:a16="http://schemas.microsoft.com/office/drawing/2014/main" id="{2CFFA6CD-F3A6-14A5-5313-784944E28D3D}"/>
              </a:ext>
            </a:extLst>
          </p:cNvPr>
          <p:cNvSpPr>
            <a:spLocks noGrp="1"/>
          </p:cNvSpPr>
          <p:nvPr>
            <p:ph type="title"/>
          </p:nvPr>
        </p:nvSpPr>
        <p:spPr>
          <a:xfrm>
            <a:off x="1158833" y="1123126"/>
            <a:ext cx="10515600" cy="1325563"/>
          </a:xfrm>
        </p:spPr>
        <p:txBody>
          <a:bodyPr>
            <a:normAutofit fontScale="90000"/>
          </a:bodyPr>
          <a:lstStyle/>
          <a:p>
            <a:pPr algn="ctr"/>
            <a:r>
              <a:rPr lang="en-US" b="1" i="0">
                <a:solidFill>
                  <a:schemeClr val="bg1"/>
                </a:solidFill>
                <a:effectLst/>
                <a:latin typeface="ui-sans-serif"/>
              </a:rPr>
              <a:t>Challenges of Evaluating </a:t>
            </a:r>
            <a:br>
              <a:rPr lang="pl-PL" b="1" i="0">
                <a:solidFill>
                  <a:schemeClr val="bg1"/>
                </a:solidFill>
                <a:effectLst/>
                <a:latin typeface="ui-sans-serif"/>
              </a:rPr>
            </a:br>
            <a:r>
              <a:rPr lang="en-US" b="1" i="0">
                <a:solidFill>
                  <a:schemeClr val="bg1"/>
                </a:solidFill>
                <a:effectLst/>
                <a:latin typeface="ui-sans-serif"/>
              </a:rPr>
              <a:t>Imbalanced Classes in Binary Classification</a:t>
            </a:r>
            <a:br>
              <a:rPr lang="pl-PL" b="1" i="0">
                <a:effectLst/>
                <a:latin typeface="ui-sans-serif"/>
              </a:rPr>
            </a:br>
            <a:endParaRPr lang="pl-PL"/>
          </a:p>
        </p:txBody>
      </p:sp>
      <p:sp>
        <p:nvSpPr>
          <p:cNvPr id="2" name="pole tekstowe 1">
            <a:extLst>
              <a:ext uri="{FF2B5EF4-FFF2-40B4-BE49-F238E27FC236}">
                <a16:creationId xmlns:a16="http://schemas.microsoft.com/office/drawing/2014/main" id="{2E270DE6-8469-0C72-A174-BF22F7669207}"/>
              </a:ext>
            </a:extLst>
          </p:cNvPr>
          <p:cNvSpPr txBox="1"/>
          <p:nvPr/>
        </p:nvSpPr>
        <p:spPr>
          <a:xfrm>
            <a:off x="7410203" y="4928260"/>
            <a:ext cx="2505692" cy="403762"/>
          </a:xfrm>
          <a:prstGeom prst="rect">
            <a:avLst/>
          </a:prstGeom>
          <a:noFill/>
        </p:spPr>
        <p:txBody>
          <a:bodyPr wrap="square" rtlCol="0">
            <a:spAutoFit/>
          </a:bodyPr>
          <a:lstStyle/>
          <a:p>
            <a:endParaRPr lang="pl-PL"/>
          </a:p>
        </p:txBody>
      </p:sp>
    </p:spTree>
    <p:extLst>
      <p:ext uri="{BB962C8B-B14F-4D97-AF65-F5344CB8AC3E}">
        <p14:creationId xmlns:p14="http://schemas.microsoft.com/office/powerpoint/2010/main" val="2012012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ela 7">
            <a:extLst>
              <a:ext uri="{FF2B5EF4-FFF2-40B4-BE49-F238E27FC236}">
                <a16:creationId xmlns:a16="http://schemas.microsoft.com/office/drawing/2014/main" id="{250556D1-6E09-466D-DAC2-D9F30F68E48C}"/>
              </a:ext>
            </a:extLst>
          </p:cNvPr>
          <p:cNvGraphicFramePr>
            <a:graphicFrameLocks noGrp="1"/>
          </p:cNvGraphicFramePr>
          <p:nvPr>
            <p:extLst>
              <p:ext uri="{D42A27DB-BD31-4B8C-83A1-F6EECF244321}">
                <p14:modId xmlns:p14="http://schemas.microsoft.com/office/powerpoint/2010/main" val="1845198417"/>
              </p:ext>
            </p:extLst>
          </p:nvPr>
        </p:nvGraphicFramePr>
        <p:xfrm>
          <a:off x="1909486" y="3513600"/>
          <a:ext cx="8373027" cy="2729868"/>
        </p:xfrm>
        <a:graphic>
          <a:graphicData uri="http://schemas.openxmlformats.org/drawingml/2006/table">
            <a:tbl>
              <a:tblPr firstRow="1" bandRow="1">
                <a:tableStyleId>{5C22544A-7EE6-4342-B048-85BDC9FD1C3A}</a:tableStyleId>
              </a:tblPr>
              <a:tblGrid>
                <a:gridCol w="2472593">
                  <a:extLst>
                    <a:ext uri="{9D8B030D-6E8A-4147-A177-3AD203B41FA5}">
                      <a16:colId xmlns:a16="http://schemas.microsoft.com/office/drawing/2014/main" val="747780087"/>
                    </a:ext>
                  </a:extLst>
                </a:gridCol>
                <a:gridCol w="1749763">
                  <a:extLst>
                    <a:ext uri="{9D8B030D-6E8A-4147-A177-3AD203B41FA5}">
                      <a16:colId xmlns:a16="http://schemas.microsoft.com/office/drawing/2014/main" val="3461686864"/>
                    </a:ext>
                  </a:extLst>
                </a:gridCol>
                <a:gridCol w="1270718">
                  <a:extLst>
                    <a:ext uri="{9D8B030D-6E8A-4147-A177-3AD203B41FA5}">
                      <a16:colId xmlns:a16="http://schemas.microsoft.com/office/drawing/2014/main" val="2935510065"/>
                    </a:ext>
                  </a:extLst>
                </a:gridCol>
                <a:gridCol w="1571187">
                  <a:extLst>
                    <a:ext uri="{9D8B030D-6E8A-4147-A177-3AD203B41FA5}">
                      <a16:colId xmlns:a16="http://schemas.microsoft.com/office/drawing/2014/main" val="751022704"/>
                    </a:ext>
                  </a:extLst>
                </a:gridCol>
                <a:gridCol w="1308766">
                  <a:extLst>
                    <a:ext uri="{9D8B030D-6E8A-4147-A177-3AD203B41FA5}">
                      <a16:colId xmlns:a16="http://schemas.microsoft.com/office/drawing/2014/main" val="1837310423"/>
                    </a:ext>
                  </a:extLst>
                </a:gridCol>
              </a:tblGrid>
              <a:tr h="438389">
                <a:tc>
                  <a:txBody>
                    <a:bodyPr/>
                    <a:lstStyle/>
                    <a:p>
                      <a:endParaRPr lang="pl-PL" sz="2200" b="1">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precision</a:t>
                      </a:r>
                    </a:p>
                  </a:txBody>
                  <a:tcPr marL="109538" marR="109538" marT="54769" marB="54769">
                    <a:solidFill>
                      <a:srgbClr val="0065A3"/>
                    </a:solidFill>
                  </a:tcPr>
                </a:tc>
                <a:tc>
                  <a:txBody>
                    <a:bodyPr/>
                    <a:lstStyle/>
                    <a:p>
                      <a:r>
                        <a:rPr lang="pl-PL" sz="2200" err="1">
                          <a:latin typeface="Consolas" panose="020B0609020204030204" pitchFamily="49" charset="0"/>
                        </a:rPr>
                        <a:t>recall</a:t>
                      </a:r>
                      <a:endParaRPr lang="pl-PL" sz="2200">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f1-Score</a:t>
                      </a:r>
                    </a:p>
                  </a:txBody>
                  <a:tcPr marL="109538" marR="109538" marT="54769" marB="54769">
                    <a:solidFill>
                      <a:srgbClr val="0065A3"/>
                    </a:solidFill>
                  </a:tcPr>
                </a:tc>
                <a:tc>
                  <a:txBody>
                    <a:bodyPr/>
                    <a:lstStyle/>
                    <a:p>
                      <a:r>
                        <a:rPr lang="pl-PL" sz="2200" err="1">
                          <a:latin typeface="Consolas" panose="020B0609020204030204" pitchFamily="49" charset="0"/>
                        </a:rPr>
                        <a:t>support</a:t>
                      </a:r>
                      <a:endParaRPr lang="pl-PL" sz="2200">
                        <a:latin typeface="Consolas" panose="020B0609020204030204" pitchFamily="49" charset="0"/>
                      </a:endParaRPr>
                    </a:p>
                  </a:txBody>
                  <a:tcPr marL="109538" marR="109538" marT="54769" marB="54769">
                    <a:solidFill>
                      <a:srgbClr val="0065A3"/>
                    </a:solidFill>
                  </a:tcPr>
                </a:tc>
                <a:extLst>
                  <a:ext uri="{0D108BD9-81ED-4DB2-BD59-A6C34878D82A}">
                    <a16:rowId xmlns:a16="http://schemas.microsoft.com/office/drawing/2014/main" val="2813898391"/>
                  </a:ext>
                </a:extLst>
              </a:tr>
              <a:tr h="444237">
                <a:tc>
                  <a:txBody>
                    <a:bodyPr/>
                    <a:lstStyle/>
                    <a:p>
                      <a:pPr algn="ctr"/>
                      <a:r>
                        <a:rPr lang="pl-PL" sz="2400" b="1">
                          <a:latin typeface="Consolas" panose="020B0609020204030204" pitchFamily="49" charset="0"/>
                        </a:rPr>
                        <a:t>0 </a:t>
                      </a:r>
                    </a:p>
                  </a:txBody>
                  <a:tcPr marL="109538" marR="109538" marT="54769" marB="54769">
                    <a:solidFill>
                      <a:schemeClr val="accent6">
                        <a:lumMod val="75000"/>
                      </a:schemeClr>
                    </a:solidFill>
                  </a:tcPr>
                </a:tc>
                <a:tc>
                  <a:txBody>
                    <a:bodyPr/>
                    <a:lstStyle/>
                    <a:p>
                      <a:r>
                        <a:rPr lang="pl-PL" sz="2200"/>
                        <a:t>0.97</a:t>
                      </a:r>
                    </a:p>
                  </a:txBody>
                  <a:tcPr marL="109538" marR="109538" marT="54769" marB="54769"/>
                </a:tc>
                <a:tc>
                  <a:txBody>
                    <a:bodyPr/>
                    <a:lstStyle/>
                    <a:p>
                      <a:r>
                        <a:rPr lang="pl-PL" sz="2200"/>
                        <a:t>0.99</a:t>
                      </a:r>
                    </a:p>
                  </a:txBody>
                  <a:tcPr marL="109538" marR="109538" marT="54769" marB="54769"/>
                </a:tc>
                <a:tc>
                  <a:txBody>
                    <a:bodyPr/>
                    <a:lstStyle/>
                    <a:p>
                      <a:r>
                        <a:rPr lang="pl-PL" sz="2200"/>
                        <a:t>0.98</a:t>
                      </a:r>
                    </a:p>
                  </a:txBody>
                  <a:tcPr marL="109538" marR="109538" marT="54769" marB="54769"/>
                </a:tc>
                <a:tc>
                  <a:txBody>
                    <a:bodyPr/>
                    <a:lstStyle/>
                    <a:p>
                      <a:r>
                        <a:rPr lang="pl-PL" sz="2200"/>
                        <a:t>1313</a:t>
                      </a:r>
                    </a:p>
                  </a:txBody>
                  <a:tcPr marL="109538" marR="109538" marT="54769" marB="54769"/>
                </a:tc>
                <a:extLst>
                  <a:ext uri="{0D108BD9-81ED-4DB2-BD59-A6C34878D82A}">
                    <a16:rowId xmlns:a16="http://schemas.microsoft.com/office/drawing/2014/main" val="3412453774"/>
                  </a:ext>
                </a:extLst>
              </a:tr>
              <a:tr h="444237">
                <a:tc>
                  <a:txBody>
                    <a:bodyPr/>
                    <a:lstStyle/>
                    <a:p>
                      <a:pPr algn="ctr"/>
                      <a:r>
                        <a:rPr lang="pl-PL" sz="2400" b="1">
                          <a:latin typeface="Consolas" panose="020B0609020204030204" pitchFamily="49" charset="0"/>
                        </a:rPr>
                        <a:t>1</a:t>
                      </a:r>
                      <a:r>
                        <a:rPr lang="pl-PL" sz="2000" b="1">
                          <a:latin typeface="Consolas" panose="020B0609020204030204" pitchFamily="49" charset="0"/>
                        </a:rPr>
                        <a:t> </a:t>
                      </a:r>
                    </a:p>
                  </a:txBody>
                  <a:tcPr marL="109538" marR="109538" marT="54769" marB="54769">
                    <a:solidFill>
                      <a:srgbClr val="FF0000"/>
                    </a:solidFill>
                  </a:tcPr>
                </a:tc>
                <a:tc>
                  <a:txBody>
                    <a:bodyPr/>
                    <a:lstStyle/>
                    <a:p>
                      <a:r>
                        <a:rPr lang="pl-PL" sz="2200"/>
                        <a:t>0.62</a:t>
                      </a:r>
                    </a:p>
                  </a:txBody>
                  <a:tcPr marL="109538" marR="109538" marT="54769" marB="54769">
                    <a:lnB w="12700" cmpd="sng">
                      <a:noFill/>
                    </a:lnB>
                  </a:tcPr>
                </a:tc>
                <a:tc>
                  <a:txBody>
                    <a:bodyPr/>
                    <a:lstStyle/>
                    <a:p>
                      <a:r>
                        <a:rPr lang="pl-PL" sz="2200"/>
                        <a:t>0.29</a:t>
                      </a:r>
                    </a:p>
                  </a:txBody>
                  <a:tcPr marL="109538" marR="109538" marT="54769" marB="54769"/>
                </a:tc>
                <a:tc>
                  <a:txBody>
                    <a:bodyPr/>
                    <a:lstStyle/>
                    <a:p>
                      <a:r>
                        <a:rPr lang="pl-PL" sz="2200"/>
                        <a:t>0.40</a:t>
                      </a:r>
                    </a:p>
                  </a:txBody>
                  <a:tcPr marL="109538" marR="109538" marT="54769" marB="54769"/>
                </a:tc>
                <a:tc>
                  <a:txBody>
                    <a:bodyPr/>
                    <a:lstStyle/>
                    <a:p>
                      <a:r>
                        <a:rPr lang="pl-PL" sz="2200"/>
                        <a:t>51</a:t>
                      </a:r>
                    </a:p>
                  </a:txBody>
                  <a:tcPr marL="109538" marR="109538" marT="54769" marB="54769"/>
                </a:tc>
                <a:extLst>
                  <a:ext uri="{0D108BD9-81ED-4DB2-BD59-A6C34878D82A}">
                    <a16:rowId xmlns:a16="http://schemas.microsoft.com/office/drawing/2014/main" val="3681505047"/>
                  </a:ext>
                </a:extLst>
              </a:tr>
              <a:tr h="444237">
                <a:tc>
                  <a:txBody>
                    <a:bodyPr/>
                    <a:lstStyle/>
                    <a:p>
                      <a:r>
                        <a:rPr lang="pl-PL" sz="2200" b="1" err="1">
                          <a:latin typeface="Consolas" panose="020B0609020204030204" pitchFamily="49" charset="0"/>
                        </a:rPr>
                        <a:t>accuracy</a:t>
                      </a:r>
                      <a:endParaRPr lang="pl-PL" sz="2200" b="1">
                        <a:latin typeface="Consolas" panose="020B0609020204030204" pitchFamily="49" charset="0"/>
                      </a:endParaRPr>
                    </a:p>
                  </a:txBody>
                  <a:tcPr marL="109538" marR="109538" marT="54769" marB="54769">
                    <a:lnR w="12700" cmpd="sng">
                      <a:noFill/>
                    </a:lnR>
                  </a:tcPr>
                </a:tc>
                <a:tc>
                  <a:txBody>
                    <a:bodyPr/>
                    <a:lstStyle/>
                    <a:p>
                      <a:endParaRPr lang="pl-PL" sz="2200"/>
                    </a:p>
                  </a:txBody>
                  <a:tcPr marL="109538" marR="109538" marT="54769" marB="54769">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pl-PL" sz="2200"/>
                    </a:p>
                  </a:txBody>
                  <a:tcPr marL="109538" marR="109538" marT="54769" marB="54769">
                    <a:lnL w="12700" cmpd="sng">
                      <a:noFill/>
                    </a:lnL>
                    <a:noFill/>
                  </a:tcPr>
                </a:tc>
                <a:tc>
                  <a:txBody>
                    <a:bodyPr/>
                    <a:lstStyle/>
                    <a:p>
                      <a:r>
                        <a:rPr lang="pl-PL" sz="2200"/>
                        <a:t>0.97</a:t>
                      </a:r>
                    </a:p>
                  </a:txBody>
                  <a:tcPr marL="109538" marR="109538" marT="54769" marB="54769"/>
                </a:tc>
                <a:tc>
                  <a:txBody>
                    <a:bodyPr/>
                    <a:lstStyle/>
                    <a:p>
                      <a:r>
                        <a:rPr lang="pl-PL" sz="2200"/>
                        <a:t>1364</a:t>
                      </a:r>
                    </a:p>
                  </a:txBody>
                  <a:tcPr marL="109538" marR="109538" marT="54769" marB="54769"/>
                </a:tc>
                <a:extLst>
                  <a:ext uri="{0D108BD9-81ED-4DB2-BD59-A6C34878D82A}">
                    <a16:rowId xmlns:a16="http://schemas.microsoft.com/office/drawing/2014/main" val="206906032"/>
                  </a:ext>
                </a:extLst>
              </a:tr>
              <a:tr h="444237">
                <a:tc>
                  <a:txBody>
                    <a:bodyPr/>
                    <a:lstStyle/>
                    <a:p>
                      <a:r>
                        <a:rPr lang="pl-PL" sz="2200" b="1">
                          <a:latin typeface="Consolas" panose="020B0609020204030204" pitchFamily="49" charset="0"/>
                        </a:rPr>
                        <a:t>macro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0.80</a:t>
                      </a:r>
                    </a:p>
                  </a:txBody>
                  <a:tcPr marL="109538" marR="109538" marT="54769" marB="54769">
                    <a:lnT w="12700" cmpd="sng">
                      <a:noFill/>
                    </a:lnT>
                  </a:tcPr>
                </a:tc>
                <a:tc>
                  <a:txBody>
                    <a:bodyPr/>
                    <a:lstStyle/>
                    <a:p>
                      <a:r>
                        <a:rPr lang="pl-PL" sz="2200"/>
                        <a:t>0.64</a:t>
                      </a:r>
                    </a:p>
                  </a:txBody>
                  <a:tcPr marL="109538" marR="109538" marT="54769" marB="54769"/>
                </a:tc>
                <a:tc>
                  <a:txBody>
                    <a:bodyPr/>
                    <a:lstStyle/>
                    <a:p>
                      <a:r>
                        <a:rPr lang="pl-PL" sz="2200"/>
                        <a:t>0.69</a:t>
                      </a:r>
                    </a:p>
                  </a:txBody>
                  <a:tcPr marL="109538" marR="109538" marT="54769" marB="54769"/>
                </a:tc>
                <a:tc>
                  <a:txBody>
                    <a:bodyPr/>
                    <a:lstStyle/>
                    <a:p>
                      <a:r>
                        <a:rPr lang="pl-PL" sz="2200"/>
                        <a:t>1364</a:t>
                      </a:r>
                    </a:p>
                  </a:txBody>
                  <a:tcPr marL="109538" marR="109538" marT="54769" marB="54769"/>
                </a:tc>
                <a:extLst>
                  <a:ext uri="{0D108BD9-81ED-4DB2-BD59-A6C34878D82A}">
                    <a16:rowId xmlns:a16="http://schemas.microsoft.com/office/drawing/2014/main" val="3359518164"/>
                  </a:ext>
                </a:extLst>
              </a:tr>
              <a:tr h="444237">
                <a:tc>
                  <a:txBody>
                    <a:bodyPr/>
                    <a:lstStyle/>
                    <a:p>
                      <a:r>
                        <a:rPr lang="pl-PL" sz="2200" b="1" err="1">
                          <a:latin typeface="Consolas" panose="020B0609020204030204" pitchFamily="49" charset="0"/>
                        </a:rPr>
                        <a:t>weighted</a:t>
                      </a:r>
                      <a:r>
                        <a:rPr lang="pl-PL" sz="2200" b="1">
                          <a:latin typeface="Consolas" panose="020B0609020204030204" pitchFamily="49" charset="0"/>
                        </a:rPr>
                        <a:t>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0.96</a:t>
                      </a:r>
                    </a:p>
                  </a:txBody>
                  <a:tcPr marL="109538" marR="109538" marT="54769" marB="54769"/>
                </a:tc>
                <a:tc>
                  <a:txBody>
                    <a:bodyPr/>
                    <a:lstStyle/>
                    <a:p>
                      <a:r>
                        <a:rPr lang="pl-PL" sz="2200"/>
                        <a:t>0.97</a:t>
                      </a:r>
                    </a:p>
                  </a:txBody>
                  <a:tcPr marL="109538" marR="109538" marT="54769" marB="54769"/>
                </a:tc>
                <a:tc>
                  <a:txBody>
                    <a:bodyPr/>
                    <a:lstStyle/>
                    <a:p>
                      <a:r>
                        <a:rPr lang="pl-PL" sz="2200"/>
                        <a:t>0.96</a:t>
                      </a:r>
                    </a:p>
                  </a:txBody>
                  <a:tcPr marL="109538" marR="109538" marT="54769" marB="54769"/>
                </a:tc>
                <a:tc>
                  <a:txBody>
                    <a:bodyPr/>
                    <a:lstStyle/>
                    <a:p>
                      <a:r>
                        <a:rPr lang="pl-PL" sz="2200"/>
                        <a:t>1364</a:t>
                      </a:r>
                    </a:p>
                  </a:txBody>
                  <a:tcPr marL="109538" marR="109538" marT="54769" marB="54769"/>
                </a:tc>
                <a:extLst>
                  <a:ext uri="{0D108BD9-81ED-4DB2-BD59-A6C34878D82A}">
                    <a16:rowId xmlns:a16="http://schemas.microsoft.com/office/drawing/2014/main" val="684881"/>
                  </a:ext>
                </a:extLst>
              </a:tr>
            </a:tbl>
          </a:graphicData>
        </a:graphic>
      </p:graphicFrame>
      <p:sp>
        <p:nvSpPr>
          <p:cNvPr id="13" name="Prostokąt 12">
            <a:extLst>
              <a:ext uri="{FF2B5EF4-FFF2-40B4-BE49-F238E27FC236}">
                <a16:creationId xmlns:a16="http://schemas.microsoft.com/office/drawing/2014/main" id="{0F2DB008-9F14-60BA-645D-CCA6E6A930A1}"/>
              </a:ext>
            </a:extLst>
          </p:cNvPr>
          <p:cNvSpPr/>
          <p:nvPr/>
        </p:nvSpPr>
        <p:spPr>
          <a:xfrm>
            <a:off x="0" y="0"/>
            <a:ext cx="12192000" cy="2991612"/>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14" name="Tytuł 1">
            <a:extLst>
              <a:ext uri="{FF2B5EF4-FFF2-40B4-BE49-F238E27FC236}">
                <a16:creationId xmlns:a16="http://schemas.microsoft.com/office/drawing/2014/main" id="{57C0206E-EB16-EB01-647D-4F867BB0EC6A}"/>
              </a:ext>
            </a:extLst>
          </p:cNvPr>
          <p:cNvSpPr>
            <a:spLocks noGrp="1"/>
          </p:cNvSpPr>
          <p:nvPr>
            <p:ph type="title"/>
          </p:nvPr>
        </p:nvSpPr>
        <p:spPr>
          <a:xfrm>
            <a:off x="1158833" y="1123126"/>
            <a:ext cx="10515600" cy="1325563"/>
          </a:xfrm>
        </p:spPr>
        <p:txBody>
          <a:bodyPr>
            <a:normAutofit fontScale="90000"/>
          </a:bodyPr>
          <a:lstStyle/>
          <a:p>
            <a:pPr algn="ctr"/>
            <a:r>
              <a:rPr lang="en-US" b="1" i="0">
                <a:solidFill>
                  <a:schemeClr val="bg1"/>
                </a:solidFill>
                <a:effectLst/>
                <a:latin typeface="ui-sans-serif"/>
              </a:rPr>
              <a:t>First Evaluation on Raw Data</a:t>
            </a:r>
            <a:r>
              <a:rPr lang="pl-PL" b="1" i="0">
                <a:solidFill>
                  <a:schemeClr val="bg1"/>
                </a:solidFill>
                <a:effectLst/>
                <a:latin typeface="ui-sans-serif"/>
              </a:rPr>
              <a:t> </a:t>
            </a:r>
            <a:br>
              <a:rPr lang="pl-PL" b="1" i="0">
                <a:solidFill>
                  <a:schemeClr val="bg1"/>
                </a:solidFill>
                <a:effectLst/>
                <a:latin typeface="ui-sans-serif"/>
              </a:rPr>
            </a:br>
            <a:r>
              <a:rPr lang="pl-PL" b="1" i="0" err="1">
                <a:solidFill>
                  <a:schemeClr val="bg1"/>
                </a:solidFill>
                <a:effectLst/>
                <a:latin typeface="ui-sans-serif"/>
              </a:rPr>
              <a:t>Algoritm</a:t>
            </a:r>
            <a:r>
              <a:rPr lang="pl-PL" b="1" i="0">
                <a:solidFill>
                  <a:schemeClr val="bg1"/>
                </a:solidFill>
                <a:effectLst/>
                <a:latin typeface="ui-sans-serif"/>
              </a:rPr>
              <a:t> : </a:t>
            </a:r>
            <a:r>
              <a:rPr lang="pl-PL" b="1" i="0" err="1">
                <a:solidFill>
                  <a:schemeClr val="bg1"/>
                </a:solidFill>
                <a:effectLst/>
                <a:latin typeface="ui-sans-serif"/>
              </a:rPr>
              <a:t>LightGBM</a:t>
            </a:r>
            <a:br>
              <a:rPr lang="pl-PL" b="1" i="0">
                <a:effectLst/>
                <a:latin typeface="ui-sans-serif"/>
              </a:rPr>
            </a:br>
            <a:endParaRPr lang="pl-PL"/>
          </a:p>
        </p:txBody>
      </p:sp>
    </p:spTree>
    <p:extLst>
      <p:ext uri="{BB962C8B-B14F-4D97-AF65-F5344CB8AC3E}">
        <p14:creationId xmlns:p14="http://schemas.microsoft.com/office/powerpoint/2010/main" val="223508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rostokąt 5">
            <a:extLst>
              <a:ext uri="{FF2B5EF4-FFF2-40B4-BE49-F238E27FC236}">
                <a16:creationId xmlns:a16="http://schemas.microsoft.com/office/drawing/2014/main" id="{C737362E-63D8-DE5E-C5C4-9A33E8030E6B}"/>
              </a:ext>
            </a:extLst>
          </p:cNvPr>
          <p:cNvSpPr/>
          <p:nvPr/>
        </p:nvSpPr>
        <p:spPr>
          <a:xfrm>
            <a:off x="7775448" y="0"/>
            <a:ext cx="4416552" cy="6858000"/>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5" name="Tytuł 1">
            <a:extLst>
              <a:ext uri="{FF2B5EF4-FFF2-40B4-BE49-F238E27FC236}">
                <a16:creationId xmlns:a16="http://schemas.microsoft.com/office/drawing/2014/main" id="{9FF94A01-1D81-F7F2-00CF-308FC96EAC8B}"/>
              </a:ext>
            </a:extLst>
          </p:cNvPr>
          <p:cNvSpPr>
            <a:spLocks noGrp="1"/>
          </p:cNvSpPr>
          <p:nvPr>
            <p:ph type="title"/>
          </p:nvPr>
        </p:nvSpPr>
        <p:spPr>
          <a:xfrm>
            <a:off x="8098536" y="2476459"/>
            <a:ext cx="3770376" cy="1905082"/>
          </a:xfrm>
        </p:spPr>
        <p:txBody>
          <a:bodyPr>
            <a:normAutofit fontScale="90000"/>
          </a:bodyPr>
          <a:lstStyle/>
          <a:p>
            <a:pPr algn="ctr"/>
            <a:r>
              <a:rPr lang="pl-PL" b="1" i="0">
                <a:solidFill>
                  <a:schemeClr val="bg1"/>
                </a:solidFill>
                <a:effectLst/>
                <a:latin typeface="ui-sans-serif"/>
              </a:rPr>
              <a:t>Data </a:t>
            </a:r>
            <a:r>
              <a:rPr lang="pl-PL" b="1" i="0" err="1">
                <a:solidFill>
                  <a:schemeClr val="bg1"/>
                </a:solidFill>
                <a:effectLst/>
                <a:latin typeface="ui-sans-serif"/>
              </a:rPr>
              <a:t>Preparation</a:t>
            </a:r>
            <a:r>
              <a:rPr lang="pl-PL" b="1" i="0">
                <a:solidFill>
                  <a:schemeClr val="bg1"/>
                </a:solidFill>
                <a:effectLst/>
                <a:latin typeface="ui-sans-serif"/>
              </a:rPr>
              <a:t> </a:t>
            </a:r>
            <a:r>
              <a:rPr lang="pl-PL" b="1" i="0" err="1">
                <a:solidFill>
                  <a:schemeClr val="bg1"/>
                </a:solidFill>
                <a:effectLst/>
                <a:latin typeface="ui-sans-serif"/>
              </a:rPr>
              <a:t>Process</a:t>
            </a:r>
            <a:br>
              <a:rPr lang="pl-PL" b="1" i="0">
                <a:effectLst/>
                <a:latin typeface="ui-sans-serif"/>
              </a:rPr>
            </a:br>
            <a:endParaRPr lang="pl-PL"/>
          </a:p>
        </p:txBody>
      </p:sp>
      <p:pic>
        <p:nvPicPr>
          <p:cNvPr id="8" name="Obraz 7" descr="Obraz zawierający tekst, zrzut ekranu, linia, diagram&#10;&#10;Opis wygenerowany automatycznie">
            <a:extLst>
              <a:ext uri="{FF2B5EF4-FFF2-40B4-BE49-F238E27FC236}">
                <a16:creationId xmlns:a16="http://schemas.microsoft.com/office/drawing/2014/main" id="{69620EE7-592F-5818-00D4-6A40528529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6671" y="0"/>
            <a:ext cx="6401036" cy="6858000"/>
          </a:xfrm>
          <a:prstGeom prst="rect">
            <a:avLst/>
          </a:prstGeom>
        </p:spPr>
      </p:pic>
    </p:spTree>
    <p:extLst>
      <p:ext uri="{BB962C8B-B14F-4D97-AF65-F5344CB8AC3E}">
        <p14:creationId xmlns:p14="http://schemas.microsoft.com/office/powerpoint/2010/main" val="2823959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F9EF-8E86-807E-07DB-88E326BE1146}"/>
            </a:ext>
          </a:extLst>
        </p:cNvPr>
        <p:cNvGrpSpPr/>
        <p:nvPr/>
      </p:nvGrpSpPr>
      <p:grpSpPr>
        <a:xfrm>
          <a:off x="0" y="0"/>
          <a:ext cx="0" cy="0"/>
          <a:chOff x="0" y="0"/>
          <a:chExt cx="0" cy="0"/>
        </a:xfrm>
      </p:grpSpPr>
      <p:sp>
        <p:nvSpPr>
          <p:cNvPr id="6" name="Prostokąt 5">
            <a:extLst>
              <a:ext uri="{FF2B5EF4-FFF2-40B4-BE49-F238E27FC236}">
                <a16:creationId xmlns:a16="http://schemas.microsoft.com/office/drawing/2014/main" id="{53871E61-C68A-929B-BADA-782F621322E0}"/>
              </a:ext>
            </a:extLst>
          </p:cNvPr>
          <p:cNvSpPr/>
          <p:nvPr/>
        </p:nvSpPr>
        <p:spPr>
          <a:xfrm>
            <a:off x="7022962" y="603555"/>
            <a:ext cx="4432453" cy="2457310"/>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5" name="Tytuł 1">
            <a:extLst>
              <a:ext uri="{FF2B5EF4-FFF2-40B4-BE49-F238E27FC236}">
                <a16:creationId xmlns:a16="http://schemas.microsoft.com/office/drawing/2014/main" id="{050D1019-387D-6226-C12E-A28E6A893801}"/>
              </a:ext>
            </a:extLst>
          </p:cNvPr>
          <p:cNvSpPr>
            <a:spLocks noGrp="1"/>
          </p:cNvSpPr>
          <p:nvPr>
            <p:ph type="title"/>
          </p:nvPr>
        </p:nvSpPr>
        <p:spPr>
          <a:xfrm>
            <a:off x="8098536" y="2476459"/>
            <a:ext cx="3770376" cy="1905082"/>
          </a:xfrm>
        </p:spPr>
        <p:txBody>
          <a:bodyPr>
            <a:normAutofit/>
          </a:bodyPr>
          <a:lstStyle/>
          <a:p>
            <a:pPr algn="ctr"/>
            <a:br>
              <a:rPr lang="pl-PL" b="1" i="0">
                <a:effectLst/>
                <a:latin typeface="ui-sans-serif"/>
              </a:rPr>
            </a:br>
            <a:endParaRPr lang="pl-PL"/>
          </a:p>
        </p:txBody>
      </p:sp>
      <p:sp>
        <p:nvSpPr>
          <p:cNvPr id="2" name="pole tekstowe 1">
            <a:extLst>
              <a:ext uri="{FF2B5EF4-FFF2-40B4-BE49-F238E27FC236}">
                <a16:creationId xmlns:a16="http://schemas.microsoft.com/office/drawing/2014/main" id="{22BB0633-46F6-2712-CD4B-0E40F5FDAA0D}"/>
              </a:ext>
            </a:extLst>
          </p:cNvPr>
          <p:cNvSpPr txBox="1"/>
          <p:nvPr/>
        </p:nvSpPr>
        <p:spPr>
          <a:xfrm>
            <a:off x="736585" y="1401012"/>
            <a:ext cx="6597336" cy="1569660"/>
          </a:xfrm>
          <a:prstGeom prst="rect">
            <a:avLst/>
          </a:prstGeom>
          <a:noFill/>
        </p:spPr>
        <p:txBody>
          <a:bodyPr wrap="square" rtlCol="0">
            <a:spAutoFit/>
          </a:bodyPr>
          <a:lstStyle/>
          <a:p>
            <a:r>
              <a:rPr lang="pl-PL" sz="4800" err="1">
                <a:latin typeface="Consolas" panose="020B0609020204030204" pitchFamily="49" charset="0"/>
              </a:rPr>
              <a:t>scaler</a:t>
            </a:r>
            <a:r>
              <a:rPr lang="pl-PL" sz="4800">
                <a:latin typeface="Consolas" panose="020B0609020204030204" pitchFamily="49" charset="0"/>
              </a:rPr>
              <a:t> = </a:t>
            </a:r>
            <a:r>
              <a:rPr lang="pl-PL" sz="4800" err="1">
                <a:latin typeface="Consolas" panose="020B0609020204030204" pitchFamily="49" charset="0"/>
              </a:rPr>
              <a:t>StandardScaler</a:t>
            </a:r>
            <a:r>
              <a:rPr lang="pl-PL" sz="4800">
                <a:latin typeface="Consolas" panose="020B0609020204030204" pitchFamily="49" charset="0"/>
              </a:rPr>
              <a:t>()</a:t>
            </a:r>
          </a:p>
        </p:txBody>
      </p:sp>
      <p:sp>
        <p:nvSpPr>
          <p:cNvPr id="4" name="pole tekstowe 3">
            <a:extLst>
              <a:ext uri="{FF2B5EF4-FFF2-40B4-BE49-F238E27FC236}">
                <a16:creationId xmlns:a16="http://schemas.microsoft.com/office/drawing/2014/main" id="{C4015857-6B30-F71D-76FE-CE9755909DA6}"/>
              </a:ext>
            </a:extLst>
          </p:cNvPr>
          <p:cNvSpPr txBox="1"/>
          <p:nvPr/>
        </p:nvSpPr>
        <p:spPr>
          <a:xfrm>
            <a:off x="7137070" y="964071"/>
            <a:ext cx="6621089" cy="1557523"/>
          </a:xfrm>
          <a:prstGeom prst="rect">
            <a:avLst/>
          </a:prstGeom>
          <a:noFill/>
        </p:spPr>
        <p:txBody>
          <a:bodyPr wrap="square" rtlCol="0">
            <a:spAutoFit/>
          </a:bodyPr>
          <a:lstStyle/>
          <a:p>
            <a:r>
              <a:rPr lang="pl-PL" sz="4800">
                <a:solidFill>
                  <a:schemeClr val="bg1"/>
                </a:solidFill>
                <a:latin typeface="ui-sans-serif"/>
              </a:rPr>
              <a:t>For </a:t>
            </a:r>
            <a:r>
              <a:rPr lang="pl-PL" sz="4800" err="1">
                <a:solidFill>
                  <a:schemeClr val="bg1"/>
                </a:solidFill>
                <a:latin typeface="ui-sans-serif"/>
              </a:rPr>
              <a:t>each</a:t>
            </a:r>
            <a:r>
              <a:rPr lang="pl-PL" sz="4800">
                <a:solidFill>
                  <a:schemeClr val="bg1"/>
                </a:solidFill>
                <a:latin typeface="ui-sans-serif"/>
              </a:rPr>
              <a:t> </a:t>
            </a:r>
            <a:r>
              <a:rPr lang="pl-PL" sz="4800" err="1">
                <a:solidFill>
                  <a:schemeClr val="bg1"/>
                </a:solidFill>
                <a:latin typeface="ui-sans-serif"/>
              </a:rPr>
              <a:t>column</a:t>
            </a:r>
            <a:r>
              <a:rPr lang="pl-PL" sz="4800">
                <a:solidFill>
                  <a:schemeClr val="bg1"/>
                </a:solidFill>
                <a:latin typeface="ui-sans-serif"/>
              </a:rPr>
              <a:t> </a:t>
            </a:r>
            <a:r>
              <a:rPr lang="pl-PL" sz="4800" err="1">
                <a:solidFill>
                  <a:schemeClr val="bg1"/>
                </a:solidFill>
                <a:latin typeface="ui-sans-serif"/>
              </a:rPr>
              <a:t>independently</a:t>
            </a:r>
            <a:r>
              <a:rPr lang="pl-PL" sz="4800">
                <a:solidFill>
                  <a:schemeClr val="bg1"/>
                </a:solidFill>
                <a:latin typeface="ui-sans-serif"/>
              </a:rPr>
              <a:t> </a:t>
            </a:r>
          </a:p>
        </p:txBody>
      </p:sp>
      <p:sp>
        <p:nvSpPr>
          <p:cNvPr id="7" name="Prostokąt 6">
            <a:extLst>
              <a:ext uri="{FF2B5EF4-FFF2-40B4-BE49-F238E27FC236}">
                <a16:creationId xmlns:a16="http://schemas.microsoft.com/office/drawing/2014/main" id="{77008E2A-8903-6BE8-E31E-69C7D4DE6263}"/>
              </a:ext>
            </a:extLst>
          </p:cNvPr>
          <p:cNvSpPr/>
          <p:nvPr/>
        </p:nvSpPr>
        <p:spPr>
          <a:xfrm>
            <a:off x="401873" y="3665409"/>
            <a:ext cx="6338757" cy="2457310"/>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9" name="pole tekstowe 8">
            <a:extLst>
              <a:ext uri="{FF2B5EF4-FFF2-40B4-BE49-F238E27FC236}">
                <a16:creationId xmlns:a16="http://schemas.microsoft.com/office/drawing/2014/main" id="{662927AF-1B36-9DFA-ECA6-06C72A09A53A}"/>
              </a:ext>
            </a:extLst>
          </p:cNvPr>
          <p:cNvSpPr txBox="1"/>
          <p:nvPr/>
        </p:nvSpPr>
        <p:spPr>
          <a:xfrm>
            <a:off x="712832" y="3946121"/>
            <a:ext cx="6621089" cy="2308324"/>
          </a:xfrm>
          <a:prstGeom prst="rect">
            <a:avLst/>
          </a:prstGeom>
          <a:noFill/>
        </p:spPr>
        <p:txBody>
          <a:bodyPr wrap="square" rtlCol="0">
            <a:spAutoFit/>
          </a:bodyPr>
          <a:lstStyle/>
          <a:p>
            <a:r>
              <a:rPr lang="pl-PL" sz="4800" err="1">
                <a:solidFill>
                  <a:schemeClr val="bg1"/>
                </a:solidFill>
                <a:latin typeface="ui-sans-serif"/>
              </a:rPr>
              <a:t>mean</a:t>
            </a:r>
            <a:r>
              <a:rPr lang="pl-PL" sz="4800">
                <a:solidFill>
                  <a:schemeClr val="bg1"/>
                </a:solidFill>
                <a:latin typeface="ui-sans-serif"/>
              </a:rPr>
              <a:t> = 0 </a:t>
            </a:r>
          </a:p>
          <a:p>
            <a:r>
              <a:rPr lang="pl-PL" sz="4800">
                <a:solidFill>
                  <a:schemeClr val="bg1"/>
                </a:solidFill>
              </a:rPr>
              <a:t>standard </a:t>
            </a:r>
            <a:r>
              <a:rPr lang="pl-PL" sz="4800" err="1">
                <a:solidFill>
                  <a:schemeClr val="bg1"/>
                </a:solidFill>
              </a:rPr>
              <a:t>deviation</a:t>
            </a:r>
            <a:r>
              <a:rPr lang="pl-PL" sz="4800">
                <a:solidFill>
                  <a:schemeClr val="bg1"/>
                </a:solidFill>
              </a:rPr>
              <a:t> = 1</a:t>
            </a:r>
            <a:endParaRPr lang="pl-PL" sz="4800">
              <a:solidFill>
                <a:schemeClr val="bg1"/>
              </a:solidFill>
              <a:latin typeface="ui-sans-serif"/>
            </a:endParaRPr>
          </a:p>
          <a:p>
            <a:endParaRPr lang="pl-PL" sz="4800">
              <a:solidFill>
                <a:schemeClr val="bg1"/>
              </a:solidFill>
              <a:latin typeface="ui-sans-serif"/>
            </a:endParaRPr>
          </a:p>
        </p:txBody>
      </p:sp>
    </p:spTree>
    <p:extLst>
      <p:ext uri="{BB962C8B-B14F-4D97-AF65-F5344CB8AC3E}">
        <p14:creationId xmlns:p14="http://schemas.microsoft.com/office/powerpoint/2010/main" val="1984587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16C0578-ACF1-C953-EA4E-F43617BBE11D}"/>
              </a:ext>
            </a:extLst>
          </p:cNvPr>
          <p:cNvSpPr>
            <a:spLocks noGrp="1"/>
          </p:cNvSpPr>
          <p:nvPr>
            <p:ph type="title"/>
          </p:nvPr>
        </p:nvSpPr>
        <p:spPr/>
        <p:txBody>
          <a:bodyPr/>
          <a:lstStyle/>
          <a:p>
            <a:r>
              <a:rPr lang="pl-PL" err="1">
                <a:ea typeface="+mj-lt"/>
                <a:cs typeface="+mj-lt"/>
              </a:rPr>
              <a:t>Things</a:t>
            </a:r>
            <a:r>
              <a:rPr lang="pl-PL">
                <a:ea typeface="+mj-lt"/>
                <a:cs typeface="+mj-lt"/>
              </a:rPr>
              <a:t> </a:t>
            </a:r>
            <a:r>
              <a:rPr lang="pl-PL" err="1">
                <a:ea typeface="+mj-lt"/>
                <a:cs typeface="+mj-lt"/>
              </a:rPr>
              <a:t>worth</a:t>
            </a:r>
            <a:r>
              <a:rPr lang="pl-PL">
                <a:ea typeface="+mj-lt"/>
                <a:cs typeface="+mj-lt"/>
              </a:rPr>
              <a:t> </a:t>
            </a:r>
            <a:r>
              <a:rPr lang="pl-PL" err="1">
                <a:ea typeface="+mj-lt"/>
                <a:cs typeface="+mj-lt"/>
              </a:rPr>
              <a:t>mentioning</a:t>
            </a:r>
            <a:r>
              <a:rPr lang="pl-PL">
                <a:ea typeface="+mj-lt"/>
                <a:cs typeface="+mj-lt"/>
              </a:rPr>
              <a:t> </a:t>
            </a:r>
            <a:r>
              <a:rPr lang="pl-PL" err="1">
                <a:ea typeface="+mj-lt"/>
                <a:cs typeface="+mj-lt"/>
              </a:rPr>
              <a:t>that</a:t>
            </a:r>
            <a:r>
              <a:rPr lang="pl-PL">
                <a:ea typeface="+mj-lt"/>
                <a:cs typeface="+mj-lt"/>
              </a:rPr>
              <a:t> </a:t>
            </a:r>
            <a:r>
              <a:rPr lang="pl-PL" err="1">
                <a:ea typeface="+mj-lt"/>
                <a:cs typeface="+mj-lt"/>
              </a:rPr>
              <a:t>led</a:t>
            </a:r>
            <a:r>
              <a:rPr lang="pl-PL">
                <a:ea typeface="+mj-lt"/>
                <a:cs typeface="+mj-lt"/>
              </a:rPr>
              <a:t> </a:t>
            </a:r>
            <a:r>
              <a:rPr lang="pl-PL" err="1">
                <a:ea typeface="+mj-lt"/>
                <a:cs typeface="+mj-lt"/>
              </a:rPr>
              <a:t>us</a:t>
            </a:r>
            <a:r>
              <a:rPr lang="pl-PL">
                <a:ea typeface="+mj-lt"/>
                <a:cs typeface="+mj-lt"/>
              </a:rPr>
              <a:t> to the </a:t>
            </a:r>
            <a:r>
              <a:rPr lang="pl-PL" err="1">
                <a:ea typeface="+mj-lt"/>
                <a:cs typeface="+mj-lt"/>
              </a:rPr>
              <a:t>best</a:t>
            </a:r>
            <a:r>
              <a:rPr lang="pl-PL">
                <a:ea typeface="+mj-lt"/>
                <a:cs typeface="+mj-lt"/>
              </a:rPr>
              <a:t> </a:t>
            </a:r>
            <a:r>
              <a:rPr lang="pl-PL" err="1">
                <a:ea typeface="+mj-lt"/>
                <a:cs typeface="+mj-lt"/>
              </a:rPr>
              <a:t>results</a:t>
            </a:r>
            <a:endParaRPr lang="pl-PL" err="1"/>
          </a:p>
        </p:txBody>
      </p:sp>
      <p:sp>
        <p:nvSpPr>
          <p:cNvPr id="3" name="Symbol zastępczy zawartości 2">
            <a:extLst>
              <a:ext uri="{FF2B5EF4-FFF2-40B4-BE49-F238E27FC236}">
                <a16:creationId xmlns:a16="http://schemas.microsoft.com/office/drawing/2014/main" id="{0F6187CB-6092-A675-7086-38BEBC60A36A}"/>
              </a:ext>
            </a:extLst>
          </p:cNvPr>
          <p:cNvSpPr>
            <a:spLocks noGrp="1"/>
          </p:cNvSpPr>
          <p:nvPr>
            <p:ph idx="1"/>
          </p:nvPr>
        </p:nvSpPr>
        <p:spPr/>
        <p:txBody>
          <a:bodyPr vert="horz" lIns="91440" tIns="45720" rIns="91440" bIns="45720" rtlCol="0" anchor="t">
            <a:normAutofit fontScale="92500" lnSpcReduction="10000"/>
          </a:bodyPr>
          <a:lstStyle/>
          <a:p>
            <a:endParaRPr lang="pl-PL"/>
          </a:p>
          <a:p>
            <a:r>
              <a:rPr lang="pl-PL">
                <a:ea typeface="+mn-lt"/>
                <a:cs typeface="+mn-lt"/>
              </a:rPr>
              <a:t>The </a:t>
            </a:r>
            <a:r>
              <a:rPr lang="pl-PL" err="1">
                <a:ea typeface="+mn-lt"/>
                <a:cs typeface="+mn-lt"/>
              </a:rPr>
              <a:t>use</a:t>
            </a:r>
            <a:r>
              <a:rPr lang="pl-PL">
                <a:ea typeface="+mn-lt"/>
                <a:cs typeface="+mn-lt"/>
              </a:rPr>
              <a:t> of the SMOTE </a:t>
            </a:r>
            <a:r>
              <a:rPr lang="pl-PL" err="1">
                <a:ea typeface="+mn-lt"/>
                <a:cs typeface="+mn-lt"/>
              </a:rPr>
              <a:t>method</a:t>
            </a:r>
            <a:r>
              <a:rPr lang="pl-PL">
                <a:ea typeface="+mn-lt"/>
                <a:cs typeface="+mn-lt"/>
              </a:rPr>
              <a:t> to </a:t>
            </a:r>
            <a:r>
              <a:rPr lang="pl-PL" err="1">
                <a:ea typeface="+mn-lt"/>
                <a:cs typeface="+mn-lt"/>
              </a:rPr>
              <a:t>generate</a:t>
            </a:r>
            <a:r>
              <a:rPr lang="pl-PL">
                <a:ea typeface="+mn-lt"/>
                <a:cs typeface="+mn-lt"/>
              </a:rPr>
              <a:t> </a:t>
            </a:r>
            <a:r>
              <a:rPr lang="pl-PL" err="1">
                <a:ea typeface="+mn-lt"/>
                <a:cs typeface="+mn-lt"/>
              </a:rPr>
              <a:t>synthetic</a:t>
            </a:r>
            <a:r>
              <a:rPr lang="pl-PL">
                <a:ea typeface="+mn-lt"/>
                <a:cs typeface="+mn-lt"/>
              </a:rPr>
              <a:t> </a:t>
            </a:r>
            <a:r>
              <a:rPr lang="pl-PL" err="1">
                <a:ea typeface="+mn-lt"/>
                <a:cs typeface="+mn-lt"/>
              </a:rPr>
              <a:t>examples</a:t>
            </a:r>
            <a:r>
              <a:rPr lang="pl-PL">
                <a:ea typeface="+mn-lt"/>
                <a:cs typeface="+mn-lt"/>
              </a:rPr>
              <a:t> for the </a:t>
            </a:r>
            <a:r>
              <a:rPr lang="pl-PL" err="1">
                <a:ea typeface="+mn-lt"/>
                <a:cs typeface="+mn-lt"/>
              </a:rPr>
              <a:t>minority</a:t>
            </a:r>
            <a:r>
              <a:rPr lang="pl-PL">
                <a:ea typeface="+mn-lt"/>
                <a:cs typeface="+mn-lt"/>
              </a:rPr>
              <a:t> </a:t>
            </a:r>
            <a:r>
              <a:rPr lang="pl-PL" err="1">
                <a:ea typeface="+mn-lt"/>
                <a:cs typeface="+mn-lt"/>
              </a:rPr>
              <a:t>class</a:t>
            </a:r>
            <a:r>
              <a:rPr lang="pl-PL">
                <a:ea typeface="+mn-lt"/>
                <a:cs typeface="+mn-lt"/>
              </a:rPr>
              <a:t>, </a:t>
            </a:r>
            <a:r>
              <a:rPr lang="pl-PL" err="1">
                <a:ea typeface="+mn-lt"/>
                <a:cs typeface="+mn-lt"/>
              </a:rPr>
              <a:t>which</a:t>
            </a:r>
            <a:r>
              <a:rPr lang="pl-PL">
                <a:ea typeface="+mn-lt"/>
                <a:cs typeface="+mn-lt"/>
              </a:rPr>
              <a:t> </a:t>
            </a:r>
            <a:r>
              <a:rPr lang="pl-PL" err="1">
                <a:ea typeface="+mn-lt"/>
                <a:cs typeface="+mn-lt"/>
              </a:rPr>
              <a:t>improves</a:t>
            </a:r>
            <a:r>
              <a:rPr lang="pl-PL">
                <a:ea typeface="+mn-lt"/>
                <a:cs typeface="+mn-lt"/>
              </a:rPr>
              <a:t> the data </a:t>
            </a:r>
            <a:r>
              <a:rPr lang="pl-PL" err="1">
                <a:ea typeface="+mn-lt"/>
                <a:cs typeface="+mn-lt"/>
              </a:rPr>
              <a:t>balance</a:t>
            </a:r>
            <a:r>
              <a:rPr lang="pl-PL">
                <a:ea typeface="+mn-lt"/>
                <a:cs typeface="+mn-lt"/>
              </a:rPr>
              <a:t>.</a:t>
            </a:r>
          </a:p>
          <a:p>
            <a:r>
              <a:rPr lang="pl-PL">
                <a:ea typeface="+mn-lt"/>
                <a:cs typeface="+mn-lt"/>
              </a:rPr>
              <a:t>The </a:t>
            </a:r>
            <a:r>
              <a:rPr lang="pl-PL" err="1">
                <a:ea typeface="+mn-lt"/>
                <a:cs typeface="+mn-lt"/>
              </a:rPr>
              <a:t>appropriate</a:t>
            </a:r>
            <a:r>
              <a:rPr lang="pl-PL">
                <a:ea typeface="+mn-lt"/>
                <a:cs typeface="+mn-lt"/>
              </a:rPr>
              <a:t> </a:t>
            </a:r>
            <a:r>
              <a:rPr lang="pl-PL" err="1">
                <a:ea typeface="+mn-lt"/>
                <a:cs typeface="+mn-lt"/>
              </a:rPr>
              <a:t>selection</a:t>
            </a:r>
            <a:r>
              <a:rPr lang="pl-PL">
                <a:ea typeface="+mn-lt"/>
                <a:cs typeface="+mn-lt"/>
              </a:rPr>
              <a:t> of </a:t>
            </a:r>
            <a:r>
              <a:rPr lang="pl-PL" err="1">
                <a:ea typeface="+mn-lt"/>
                <a:cs typeface="+mn-lt"/>
              </a:rPr>
              <a:t>hyperparameters</a:t>
            </a:r>
            <a:r>
              <a:rPr lang="pl-PL">
                <a:ea typeface="+mn-lt"/>
                <a:cs typeface="+mn-lt"/>
              </a:rPr>
              <a:t> </a:t>
            </a:r>
            <a:r>
              <a:rPr lang="pl-PL" err="1">
                <a:ea typeface="+mn-lt"/>
                <a:cs typeface="+mn-lt"/>
              </a:rPr>
              <a:t>means</a:t>
            </a:r>
            <a:r>
              <a:rPr lang="pl-PL">
                <a:ea typeface="+mn-lt"/>
                <a:cs typeface="+mn-lt"/>
              </a:rPr>
              <a:t> a lot</a:t>
            </a:r>
          </a:p>
          <a:p>
            <a:r>
              <a:rPr lang="pl-PL">
                <a:ea typeface="+mn-lt"/>
                <a:cs typeface="+mn-lt"/>
              </a:rPr>
              <a:t>In </a:t>
            </a:r>
            <a:r>
              <a:rPr lang="pl-PL" err="1">
                <a:ea typeface="+mn-lt"/>
                <a:cs typeface="+mn-lt"/>
              </a:rPr>
              <a:t>this</a:t>
            </a:r>
            <a:r>
              <a:rPr lang="pl-PL">
                <a:ea typeface="+mn-lt"/>
                <a:cs typeface="+mn-lt"/>
              </a:rPr>
              <a:t> </a:t>
            </a:r>
            <a:r>
              <a:rPr lang="pl-PL" err="1">
                <a:ea typeface="+mn-lt"/>
                <a:cs typeface="+mn-lt"/>
              </a:rPr>
              <a:t>case</a:t>
            </a:r>
            <a:r>
              <a:rPr lang="pl-PL">
                <a:ea typeface="+mn-lt"/>
                <a:cs typeface="+mn-lt"/>
              </a:rPr>
              <a:t>, </a:t>
            </a:r>
            <a:r>
              <a:rPr lang="pl-PL" err="1">
                <a:ea typeface="+mn-lt"/>
                <a:cs typeface="+mn-lt"/>
              </a:rPr>
              <a:t>removing</a:t>
            </a:r>
            <a:r>
              <a:rPr lang="pl-PL">
                <a:ea typeface="+mn-lt"/>
                <a:cs typeface="+mn-lt"/>
              </a:rPr>
              <a:t> </a:t>
            </a:r>
            <a:r>
              <a:rPr lang="pl-PL" err="1">
                <a:ea typeface="+mn-lt"/>
                <a:cs typeface="+mn-lt"/>
              </a:rPr>
              <a:t>outliers</a:t>
            </a:r>
            <a:r>
              <a:rPr lang="pl-PL">
                <a:ea typeface="+mn-lt"/>
                <a:cs typeface="+mn-lt"/>
              </a:rPr>
              <a:t>, </a:t>
            </a:r>
            <a:r>
              <a:rPr lang="pl-PL" err="1">
                <a:ea typeface="+mn-lt"/>
                <a:cs typeface="+mn-lt"/>
              </a:rPr>
              <a:t>which</a:t>
            </a:r>
            <a:r>
              <a:rPr lang="pl-PL">
                <a:ea typeface="+mn-lt"/>
                <a:cs typeface="+mn-lt"/>
              </a:rPr>
              <a:t> </a:t>
            </a:r>
            <a:r>
              <a:rPr lang="pl-PL" err="1">
                <a:ea typeface="+mn-lt"/>
                <a:cs typeface="+mn-lt"/>
              </a:rPr>
              <a:t>were</a:t>
            </a:r>
            <a:r>
              <a:rPr lang="pl-PL">
                <a:ea typeface="+mn-lt"/>
                <a:cs typeface="+mn-lt"/>
              </a:rPr>
              <a:t> </a:t>
            </a:r>
            <a:r>
              <a:rPr lang="pl-PL" err="1">
                <a:ea typeface="+mn-lt"/>
                <a:cs typeface="+mn-lt"/>
              </a:rPr>
              <a:t>numerous</a:t>
            </a:r>
            <a:r>
              <a:rPr lang="pl-PL">
                <a:ea typeface="+mn-lt"/>
                <a:cs typeface="+mn-lt"/>
              </a:rPr>
              <a:t>, </a:t>
            </a:r>
            <a:r>
              <a:rPr lang="pl-PL" err="1">
                <a:ea typeface="+mn-lt"/>
                <a:cs typeface="+mn-lt"/>
              </a:rPr>
              <a:t>negatively</a:t>
            </a:r>
            <a:r>
              <a:rPr lang="pl-PL">
                <a:ea typeface="+mn-lt"/>
                <a:cs typeface="+mn-lt"/>
              </a:rPr>
              <a:t> </a:t>
            </a:r>
            <a:r>
              <a:rPr lang="pl-PL" err="1">
                <a:ea typeface="+mn-lt"/>
                <a:cs typeface="+mn-lt"/>
              </a:rPr>
              <a:t>affected</a:t>
            </a:r>
            <a:r>
              <a:rPr lang="pl-PL">
                <a:ea typeface="+mn-lt"/>
                <a:cs typeface="+mn-lt"/>
              </a:rPr>
              <a:t> the </a:t>
            </a:r>
            <a:r>
              <a:rPr lang="pl-PL" err="1">
                <a:ea typeface="+mn-lt"/>
                <a:cs typeface="+mn-lt"/>
              </a:rPr>
              <a:t>recall</a:t>
            </a:r>
            <a:r>
              <a:rPr lang="pl-PL">
                <a:ea typeface="+mn-lt"/>
                <a:cs typeface="+mn-lt"/>
              </a:rPr>
              <a:t> as </a:t>
            </a:r>
            <a:r>
              <a:rPr lang="pl-PL" err="1">
                <a:ea typeface="+mn-lt"/>
                <a:cs typeface="+mn-lt"/>
              </a:rPr>
              <a:t>it</a:t>
            </a:r>
            <a:r>
              <a:rPr lang="pl-PL">
                <a:ea typeface="+mn-lt"/>
                <a:cs typeface="+mn-lt"/>
              </a:rPr>
              <a:t> </a:t>
            </a:r>
            <a:r>
              <a:rPr lang="pl-PL" err="1">
                <a:ea typeface="+mn-lt"/>
                <a:cs typeface="+mn-lt"/>
              </a:rPr>
              <a:t>resulted</a:t>
            </a:r>
            <a:r>
              <a:rPr lang="pl-PL">
                <a:ea typeface="+mn-lt"/>
                <a:cs typeface="+mn-lt"/>
              </a:rPr>
              <a:t> in a </a:t>
            </a:r>
            <a:r>
              <a:rPr lang="pl-PL" err="1">
                <a:ea typeface="+mn-lt"/>
                <a:cs typeface="+mn-lt"/>
              </a:rPr>
              <a:t>significant</a:t>
            </a:r>
            <a:r>
              <a:rPr lang="pl-PL">
                <a:ea typeface="+mn-lt"/>
                <a:cs typeface="+mn-lt"/>
              </a:rPr>
              <a:t> </a:t>
            </a:r>
            <a:r>
              <a:rPr lang="pl-PL" err="1">
                <a:ea typeface="+mn-lt"/>
                <a:cs typeface="+mn-lt"/>
              </a:rPr>
              <a:t>reduction</a:t>
            </a:r>
            <a:r>
              <a:rPr lang="pl-PL">
                <a:ea typeface="+mn-lt"/>
                <a:cs typeface="+mn-lt"/>
              </a:rPr>
              <a:t> in the </a:t>
            </a:r>
            <a:r>
              <a:rPr lang="pl-PL" err="1">
                <a:ea typeface="+mn-lt"/>
                <a:cs typeface="+mn-lt"/>
              </a:rPr>
              <a:t>amount</a:t>
            </a:r>
            <a:r>
              <a:rPr lang="pl-PL">
                <a:ea typeface="+mn-lt"/>
                <a:cs typeface="+mn-lt"/>
              </a:rPr>
              <a:t> of data </a:t>
            </a:r>
            <a:r>
              <a:rPr lang="pl-PL" err="1">
                <a:ea typeface="+mn-lt"/>
                <a:cs typeface="+mn-lt"/>
              </a:rPr>
              <a:t>available</a:t>
            </a:r>
            <a:r>
              <a:rPr lang="pl-PL">
                <a:ea typeface="+mn-lt"/>
                <a:cs typeface="+mn-lt"/>
              </a:rPr>
              <a:t> for </a:t>
            </a:r>
            <a:r>
              <a:rPr lang="pl-PL" err="1">
                <a:ea typeface="+mn-lt"/>
                <a:cs typeface="+mn-lt"/>
              </a:rPr>
              <a:t>training</a:t>
            </a:r>
            <a:r>
              <a:rPr lang="pl-PL">
                <a:ea typeface="+mn-lt"/>
                <a:cs typeface="+mn-lt"/>
              </a:rPr>
              <a:t>.</a:t>
            </a:r>
            <a:endParaRPr lang="pl-PL"/>
          </a:p>
          <a:p>
            <a:r>
              <a:rPr lang="pl-PL" err="1">
                <a:ea typeface="+mn-lt"/>
                <a:cs typeface="+mn-lt"/>
              </a:rPr>
              <a:t>During</a:t>
            </a:r>
            <a:r>
              <a:rPr lang="pl-PL">
                <a:ea typeface="+mn-lt"/>
                <a:cs typeface="+mn-lt"/>
              </a:rPr>
              <a:t> model </a:t>
            </a:r>
            <a:r>
              <a:rPr lang="pl-PL" err="1">
                <a:ea typeface="+mn-lt"/>
                <a:cs typeface="+mn-lt"/>
              </a:rPr>
              <a:t>training</a:t>
            </a:r>
            <a:r>
              <a:rPr lang="pl-PL">
                <a:ea typeface="+mn-lt"/>
                <a:cs typeface="+mn-lt"/>
              </a:rPr>
              <a:t>, we </a:t>
            </a:r>
            <a:r>
              <a:rPr lang="pl-PL" err="1">
                <a:ea typeface="+mn-lt"/>
                <a:cs typeface="+mn-lt"/>
              </a:rPr>
              <a:t>used</a:t>
            </a:r>
            <a:r>
              <a:rPr lang="pl-PL">
                <a:ea typeface="+mn-lt"/>
                <a:cs typeface="+mn-lt"/>
              </a:rPr>
              <a:t> the </a:t>
            </a:r>
            <a:r>
              <a:rPr lang="pl-PL" err="1">
                <a:ea typeface="+mn-lt"/>
                <a:cs typeface="+mn-lt"/>
              </a:rPr>
              <a:t>average</a:t>
            </a:r>
            <a:r>
              <a:rPr lang="pl-PL">
                <a:ea typeface="+mn-lt"/>
                <a:cs typeface="+mn-lt"/>
              </a:rPr>
              <a:t> precision </a:t>
            </a:r>
            <a:r>
              <a:rPr lang="pl-PL" err="1">
                <a:ea typeface="+mn-lt"/>
                <a:cs typeface="+mn-lt"/>
              </a:rPr>
              <a:t>metric</a:t>
            </a:r>
            <a:r>
              <a:rPr lang="pl-PL">
                <a:ea typeface="+mn-lt"/>
                <a:cs typeface="+mn-lt"/>
              </a:rPr>
              <a:t>, </a:t>
            </a:r>
            <a:r>
              <a:rPr lang="pl-PL" err="1">
                <a:ea typeface="+mn-lt"/>
                <a:cs typeface="+mn-lt"/>
              </a:rPr>
              <a:t>which</a:t>
            </a:r>
            <a:r>
              <a:rPr lang="pl-PL">
                <a:ea typeface="+mn-lt"/>
                <a:cs typeface="+mn-lt"/>
              </a:rPr>
              <a:t> </a:t>
            </a:r>
            <a:r>
              <a:rPr lang="pl-PL" err="1">
                <a:ea typeface="+mn-lt"/>
                <a:cs typeface="+mn-lt"/>
              </a:rPr>
              <a:t>combines</a:t>
            </a:r>
            <a:r>
              <a:rPr lang="pl-PL">
                <a:ea typeface="+mn-lt"/>
                <a:cs typeface="+mn-lt"/>
              </a:rPr>
              <a:t> precision and </a:t>
            </a:r>
            <a:r>
              <a:rPr lang="pl-PL" err="1">
                <a:ea typeface="+mn-lt"/>
                <a:cs typeface="+mn-lt"/>
              </a:rPr>
              <a:t>recall</a:t>
            </a:r>
            <a:r>
              <a:rPr lang="pl-PL">
                <a:ea typeface="+mn-lt"/>
                <a:cs typeface="+mn-lt"/>
              </a:rPr>
              <a:t> (PR AUC), </a:t>
            </a:r>
            <a:r>
              <a:rPr lang="pl-PL" err="1">
                <a:ea typeface="+mn-lt"/>
                <a:cs typeface="+mn-lt"/>
              </a:rPr>
              <a:t>meaning</a:t>
            </a:r>
            <a:r>
              <a:rPr lang="pl-PL">
                <a:ea typeface="+mn-lt"/>
                <a:cs typeface="+mn-lt"/>
              </a:rPr>
              <a:t> the model </a:t>
            </a:r>
            <a:r>
              <a:rPr lang="pl-PL" err="1">
                <a:ea typeface="+mn-lt"/>
                <a:cs typeface="+mn-lt"/>
              </a:rPr>
              <a:t>optimized</a:t>
            </a:r>
            <a:r>
              <a:rPr lang="pl-PL">
                <a:ea typeface="+mn-lt"/>
                <a:cs typeface="+mn-lt"/>
              </a:rPr>
              <a:t> </a:t>
            </a:r>
            <a:r>
              <a:rPr lang="pl-PL" err="1">
                <a:ea typeface="+mn-lt"/>
                <a:cs typeface="+mn-lt"/>
              </a:rPr>
              <a:t>average</a:t>
            </a:r>
            <a:r>
              <a:rPr lang="pl-PL">
                <a:ea typeface="+mn-lt"/>
                <a:cs typeface="+mn-lt"/>
              </a:rPr>
              <a:t> precision as </a:t>
            </a:r>
            <a:r>
              <a:rPr lang="pl-PL" err="1">
                <a:ea typeface="+mn-lt"/>
                <a:cs typeface="+mn-lt"/>
              </a:rPr>
              <a:t>its</a:t>
            </a:r>
            <a:r>
              <a:rPr lang="pl-PL">
                <a:ea typeface="+mn-lt"/>
                <a:cs typeface="+mn-lt"/>
              </a:rPr>
              <a:t> </a:t>
            </a:r>
            <a:r>
              <a:rPr lang="pl-PL" err="1">
                <a:ea typeface="+mn-lt"/>
                <a:cs typeface="+mn-lt"/>
              </a:rPr>
              <a:t>evaluation</a:t>
            </a:r>
            <a:r>
              <a:rPr lang="pl-PL">
                <a:ea typeface="+mn-lt"/>
                <a:cs typeface="+mn-lt"/>
              </a:rPr>
              <a:t> </a:t>
            </a:r>
            <a:r>
              <a:rPr lang="pl-PL" err="1">
                <a:ea typeface="+mn-lt"/>
                <a:cs typeface="+mn-lt"/>
              </a:rPr>
              <a:t>function</a:t>
            </a:r>
            <a:r>
              <a:rPr lang="pl-PL">
                <a:ea typeface="+mn-lt"/>
                <a:cs typeface="+mn-lt"/>
              </a:rPr>
              <a:t> to </a:t>
            </a:r>
            <a:r>
              <a:rPr lang="pl-PL" err="1">
                <a:ea typeface="+mn-lt"/>
                <a:cs typeface="+mn-lt"/>
              </a:rPr>
              <a:t>achieve</a:t>
            </a:r>
            <a:r>
              <a:rPr lang="pl-PL">
                <a:ea typeface="+mn-lt"/>
                <a:cs typeface="+mn-lt"/>
              </a:rPr>
              <a:t> a </a:t>
            </a:r>
            <a:r>
              <a:rPr lang="pl-PL" err="1">
                <a:ea typeface="+mn-lt"/>
                <a:cs typeface="+mn-lt"/>
              </a:rPr>
              <a:t>better</a:t>
            </a:r>
            <a:r>
              <a:rPr lang="pl-PL">
                <a:ea typeface="+mn-lt"/>
                <a:cs typeface="+mn-lt"/>
              </a:rPr>
              <a:t> performance </a:t>
            </a:r>
            <a:r>
              <a:rPr lang="pl-PL" err="1">
                <a:ea typeface="+mn-lt"/>
                <a:cs typeface="+mn-lt"/>
              </a:rPr>
              <a:t>assessment</a:t>
            </a:r>
            <a:r>
              <a:rPr lang="pl-PL">
                <a:ea typeface="+mn-lt"/>
                <a:cs typeface="+mn-lt"/>
              </a:rPr>
              <a:t> in the </a:t>
            </a:r>
            <a:r>
              <a:rPr lang="pl-PL" err="1">
                <a:ea typeface="+mn-lt"/>
                <a:cs typeface="+mn-lt"/>
              </a:rPr>
              <a:t>case</a:t>
            </a:r>
            <a:r>
              <a:rPr lang="pl-PL">
                <a:ea typeface="+mn-lt"/>
                <a:cs typeface="+mn-lt"/>
              </a:rPr>
              <a:t> of </a:t>
            </a:r>
            <a:r>
              <a:rPr lang="pl-PL" err="1">
                <a:ea typeface="+mn-lt"/>
                <a:cs typeface="+mn-lt"/>
              </a:rPr>
              <a:t>imbalanced</a:t>
            </a:r>
            <a:r>
              <a:rPr lang="pl-PL">
                <a:ea typeface="+mn-lt"/>
                <a:cs typeface="+mn-lt"/>
              </a:rPr>
              <a:t> data.</a:t>
            </a:r>
            <a:endParaRPr lang="pl-PL"/>
          </a:p>
          <a:p>
            <a:pPr marL="0" indent="0">
              <a:buNone/>
            </a:pPr>
            <a:endParaRPr lang="pl-PL" sz="1200"/>
          </a:p>
          <a:p>
            <a:endParaRPr lang="pl-PL"/>
          </a:p>
          <a:p>
            <a:pPr marL="0" indent="0">
              <a:buNone/>
            </a:pPr>
            <a:endParaRPr lang="pl-PL"/>
          </a:p>
        </p:txBody>
      </p:sp>
    </p:spTree>
    <p:extLst>
      <p:ext uri="{BB962C8B-B14F-4D97-AF65-F5344CB8AC3E}">
        <p14:creationId xmlns:p14="http://schemas.microsoft.com/office/powerpoint/2010/main" val="21806085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AB637-200F-8418-B380-8434AA0EE214}"/>
            </a:ext>
          </a:extLst>
        </p:cNvPr>
        <p:cNvGrpSpPr/>
        <p:nvPr/>
      </p:nvGrpSpPr>
      <p:grpSpPr>
        <a:xfrm>
          <a:off x="0" y="0"/>
          <a:ext cx="0" cy="0"/>
          <a:chOff x="0" y="0"/>
          <a:chExt cx="0" cy="0"/>
        </a:xfrm>
      </p:grpSpPr>
      <p:graphicFrame>
        <p:nvGraphicFramePr>
          <p:cNvPr id="4" name="Tabela 3">
            <a:extLst>
              <a:ext uri="{FF2B5EF4-FFF2-40B4-BE49-F238E27FC236}">
                <a16:creationId xmlns:a16="http://schemas.microsoft.com/office/drawing/2014/main" id="{D33C32EB-30AE-3C24-8B68-A6833E2B08CB}"/>
              </a:ext>
            </a:extLst>
          </p:cNvPr>
          <p:cNvGraphicFramePr>
            <a:graphicFrameLocks noGrp="1"/>
          </p:cNvGraphicFramePr>
          <p:nvPr>
            <p:extLst>
              <p:ext uri="{D42A27DB-BD31-4B8C-83A1-F6EECF244321}">
                <p14:modId xmlns:p14="http://schemas.microsoft.com/office/powerpoint/2010/main" val="1195566424"/>
              </p:ext>
            </p:extLst>
          </p:nvPr>
        </p:nvGraphicFramePr>
        <p:xfrm>
          <a:off x="296881" y="3694897"/>
          <a:ext cx="8373027" cy="2729868"/>
        </p:xfrm>
        <a:graphic>
          <a:graphicData uri="http://schemas.openxmlformats.org/drawingml/2006/table">
            <a:tbl>
              <a:tblPr firstRow="1" bandRow="1">
                <a:tableStyleId>{5C22544A-7EE6-4342-B048-85BDC9FD1C3A}</a:tableStyleId>
              </a:tblPr>
              <a:tblGrid>
                <a:gridCol w="2472593">
                  <a:extLst>
                    <a:ext uri="{9D8B030D-6E8A-4147-A177-3AD203B41FA5}">
                      <a16:colId xmlns:a16="http://schemas.microsoft.com/office/drawing/2014/main" val="747780087"/>
                    </a:ext>
                  </a:extLst>
                </a:gridCol>
                <a:gridCol w="1749763">
                  <a:extLst>
                    <a:ext uri="{9D8B030D-6E8A-4147-A177-3AD203B41FA5}">
                      <a16:colId xmlns:a16="http://schemas.microsoft.com/office/drawing/2014/main" val="3461686864"/>
                    </a:ext>
                  </a:extLst>
                </a:gridCol>
                <a:gridCol w="1270718">
                  <a:extLst>
                    <a:ext uri="{9D8B030D-6E8A-4147-A177-3AD203B41FA5}">
                      <a16:colId xmlns:a16="http://schemas.microsoft.com/office/drawing/2014/main" val="2935510065"/>
                    </a:ext>
                  </a:extLst>
                </a:gridCol>
                <a:gridCol w="1571187">
                  <a:extLst>
                    <a:ext uri="{9D8B030D-6E8A-4147-A177-3AD203B41FA5}">
                      <a16:colId xmlns:a16="http://schemas.microsoft.com/office/drawing/2014/main" val="751022704"/>
                    </a:ext>
                  </a:extLst>
                </a:gridCol>
                <a:gridCol w="1308766">
                  <a:extLst>
                    <a:ext uri="{9D8B030D-6E8A-4147-A177-3AD203B41FA5}">
                      <a16:colId xmlns:a16="http://schemas.microsoft.com/office/drawing/2014/main" val="1837310423"/>
                    </a:ext>
                  </a:extLst>
                </a:gridCol>
              </a:tblGrid>
              <a:tr h="438389">
                <a:tc>
                  <a:txBody>
                    <a:bodyPr/>
                    <a:lstStyle/>
                    <a:p>
                      <a:endParaRPr lang="pl-PL" sz="2200" b="1">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precision</a:t>
                      </a:r>
                    </a:p>
                  </a:txBody>
                  <a:tcPr marL="109538" marR="109538" marT="54769" marB="54769">
                    <a:solidFill>
                      <a:srgbClr val="0065A3"/>
                    </a:solidFill>
                  </a:tcPr>
                </a:tc>
                <a:tc>
                  <a:txBody>
                    <a:bodyPr/>
                    <a:lstStyle/>
                    <a:p>
                      <a:r>
                        <a:rPr lang="pl-PL" sz="2200" err="1">
                          <a:latin typeface="Consolas" panose="020B0609020204030204" pitchFamily="49" charset="0"/>
                        </a:rPr>
                        <a:t>recall</a:t>
                      </a:r>
                      <a:endParaRPr lang="pl-PL" sz="2200">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f1-Score</a:t>
                      </a:r>
                    </a:p>
                  </a:txBody>
                  <a:tcPr marL="109538" marR="109538" marT="54769" marB="54769">
                    <a:solidFill>
                      <a:srgbClr val="0065A3"/>
                    </a:solidFill>
                  </a:tcPr>
                </a:tc>
                <a:tc>
                  <a:txBody>
                    <a:bodyPr/>
                    <a:lstStyle/>
                    <a:p>
                      <a:r>
                        <a:rPr lang="pl-PL" sz="2200" err="1">
                          <a:latin typeface="Consolas" panose="020B0609020204030204" pitchFamily="49" charset="0"/>
                        </a:rPr>
                        <a:t>support</a:t>
                      </a:r>
                      <a:endParaRPr lang="pl-PL" sz="2200">
                        <a:latin typeface="Consolas" panose="020B0609020204030204" pitchFamily="49" charset="0"/>
                      </a:endParaRPr>
                    </a:p>
                  </a:txBody>
                  <a:tcPr marL="109538" marR="109538" marT="54769" marB="54769">
                    <a:solidFill>
                      <a:srgbClr val="0065A3"/>
                    </a:solidFill>
                  </a:tcPr>
                </a:tc>
                <a:extLst>
                  <a:ext uri="{0D108BD9-81ED-4DB2-BD59-A6C34878D82A}">
                    <a16:rowId xmlns:a16="http://schemas.microsoft.com/office/drawing/2014/main" val="2813898391"/>
                  </a:ext>
                </a:extLst>
              </a:tr>
              <a:tr h="444237">
                <a:tc>
                  <a:txBody>
                    <a:bodyPr/>
                    <a:lstStyle/>
                    <a:p>
                      <a:pPr algn="ctr"/>
                      <a:r>
                        <a:rPr lang="pl-PL" sz="2400" b="1">
                          <a:latin typeface="Consolas" panose="020B0609020204030204" pitchFamily="49" charset="0"/>
                        </a:rPr>
                        <a:t>0 </a:t>
                      </a:r>
                    </a:p>
                  </a:txBody>
                  <a:tcPr marL="109538" marR="109538" marT="54769" marB="54769">
                    <a:solidFill>
                      <a:schemeClr val="accent6">
                        <a:lumMod val="75000"/>
                      </a:schemeClr>
                    </a:solidFill>
                  </a:tcPr>
                </a:tc>
                <a:tc>
                  <a:txBody>
                    <a:bodyPr/>
                    <a:lstStyle/>
                    <a:p>
                      <a:r>
                        <a:rPr lang="pl-PL" sz="2200"/>
                        <a:t>0.99</a:t>
                      </a:r>
                    </a:p>
                  </a:txBody>
                  <a:tcPr marL="109538" marR="109538" marT="54769" marB="54769"/>
                </a:tc>
                <a:tc>
                  <a:txBody>
                    <a:bodyPr/>
                    <a:lstStyle/>
                    <a:p>
                      <a:r>
                        <a:rPr lang="pl-PL" sz="2200"/>
                        <a:t>0.99</a:t>
                      </a:r>
                    </a:p>
                  </a:txBody>
                  <a:tcPr marL="109538" marR="109538" marT="54769" marB="54769"/>
                </a:tc>
                <a:tc>
                  <a:txBody>
                    <a:bodyPr/>
                    <a:lstStyle/>
                    <a:p>
                      <a:r>
                        <a:rPr lang="pl-PL" sz="2200"/>
                        <a:t>0.99</a:t>
                      </a:r>
                    </a:p>
                  </a:txBody>
                  <a:tcPr marL="109538" marR="109538" marT="54769" marB="54769"/>
                </a:tc>
                <a:tc>
                  <a:txBody>
                    <a:bodyPr/>
                    <a:lstStyle/>
                    <a:p>
                      <a:r>
                        <a:rPr lang="pl-PL" sz="2200"/>
                        <a:t>662</a:t>
                      </a:r>
                    </a:p>
                  </a:txBody>
                  <a:tcPr marL="109538" marR="109538" marT="54769" marB="54769"/>
                </a:tc>
                <a:extLst>
                  <a:ext uri="{0D108BD9-81ED-4DB2-BD59-A6C34878D82A}">
                    <a16:rowId xmlns:a16="http://schemas.microsoft.com/office/drawing/2014/main" val="3412453774"/>
                  </a:ext>
                </a:extLst>
              </a:tr>
              <a:tr h="444237">
                <a:tc>
                  <a:txBody>
                    <a:bodyPr/>
                    <a:lstStyle/>
                    <a:p>
                      <a:pPr algn="ctr"/>
                      <a:r>
                        <a:rPr lang="pl-PL" sz="2400" b="1">
                          <a:latin typeface="Consolas" panose="020B0609020204030204" pitchFamily="49" charset="0"/>
                        </a:rPr>
                        <a:t>1</a:t>
                      </a:r>
                      <a:r>
                        <a:rPr lang="pl-PL" sz="2000" b="1">
                          <a:latin typeface="Consolas" panose="020B0609020204030204" pitchFamily="49" charset="0"/>
                        </a:rPr>
                        <a:t> </a:t>
                      </a:r>
                    </a:p>
                  </a:txBody>
                  <a:tcPr marL="109538" marR="109538" marT="54769" marB="54769">
                    <a:solidFill>
                      <a:srgbClr val="FF0000"/>
                    </a:solidFill>
                  </a:tcPr>
                </a:tc>
                <a:tc>
                  <a:txBody>
                    <a:bodyPr/>
                    <a:lstStyle/>
                    <a:p>
                      <a:r>
                        <a:rPr lang="pl-PL" sz="2200"/>
                        <a:t>0.62</a:t>
                      </a:r>
                    </a:p>
                  </a:txBody>
                  <a:tcPr marL="109538" marR="109538" marT="54769" marB="54769">
                    <a:lnB w="12700" cmpd="sng">
                      <a:noFill/>
                    </a:lnB>
                  </a:tcPr>
                </a:tc>
                <a:tc>
                  <a:txBody>
                    <a:bodyPr/>
                    <a:lstStyle/>
                    <a:p>
                      <a:r>
                        <a:rPr lang="pl-PL" sz="2200"/>
                        <a:t>0.75</a:t>
                      </a:r>
                    </a:p>
                  </a:txBody>
                  <a:tcPr marL="109538" marR="109538" marT="54769" marB="54769"/>
                </a:tc>
                <a:tc>
                  <a:txBody>
                    <a:bodyPr/>
                    <a:lstStyle/>
                    <a:p>
                      <a:r>
                        <a:rPr lang="pl-PL" sz="2200"/>
                        <a:t>0.68</a:t>
                      </a:r>
                    </a:p>
                  </a:txBody>
                  <a:tcPr marL="109538" marR="109538" marT="54769" marB="54769"/>
                </a:tc>
                <a:tc>
                  <a:txBody>
                    <a:bodyPr/>
                    <a:lstStyle/>
                    <a:p>
                      <a:r>
                        <a:rPr lang="pl-PL" sz="2200"/>
                        <a:t>20</a:t>
                      </a:r>
                    </a:p>
                  </a:txBody>
                  <a:tcPr marL="109538" marR="109538" marT="54769" marB="54769"/>
                </a:tc>
                <a:extLst>
                  <a:ext uri="{0D108BD9-81ED-4DB2-BD59-A6C34878D82A}">
                    <a16:rowId xmlns:a16="http://schemas.microsoft.com/office/drawing/2014/main" val="3681505047"/>
                  </a:ext>
                </a:extLst>
              </a:tr>
              <a:tr h="444237">
                <a:tc>
                  <a:txBody>
                    <a:bodyPr/>
                    <a:lstStyle/>
                    <a:p>
                      <a:r>
                        <a:rPr lang="pl-PL" sz="2200" b="1" err="1">
                          <a:latin typeface="Consolas" panose="020B0609020204030204" pitchFamily="49" charset="0"/>
                        </a:rPr>
                        <a:t>accuracy</a:t>
                      </a:r>
                      <a:endParaRPr lang="pl-PL" sz="2200" b="1">
                        <a:latin typeface="Consolas" panose="020B0609020204030204" pitchFamily="49" charset="0"/>
                      </a:endParaRPr>
                    </a:p>
                  </a:txBody>
                  <a:tcPr marL="109538" marR="109538" marT="54769" marB="54769">
                    <a:lnR w="12700" cmpd="sng">
                      <a:noFill/>
                    </a:lnR>
                  </a:tcPr>
                </a:tc>
                <a:tc>
                  <a:txBody>
                    <a:bodyPr/>
                    <a:lstStyle/>
                    <a:p>
                      <a:endParaRPr lang="pl-PL" sz="2200"/>
                    </a:p>
                  </a:txBody>
                  <a:tcPr marL="109538" marR="109538" marT="54769" marB="54769">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pl-PL" sz="2200"/>
                    </a:p>
                  </a:txBody>
                  <a:tcPr marL="109538" marR="109538" marT="54769" marB="54769">
                    <a:lnL w="12700" cmpd="sng">
                      <a:noFill/>
                    </a:lnL>
                    <a:noFill/>
                  </a:tcPr>
                </a:tc>
                <a:tc>
                  <a:txBody>
                    <a:bodyPr/>
                    <a:lstStyle/>
                    <a:p>
                      <a:r>
                        <a:rPr lang="pl-PL" sz="2200"/>
                        <a:t>0.98</a:t>
                      </a:r>
                    </a:p>
                  </a:txBody>
                  <a:tcPr marL="109538" marR="109538" marT="54769" marB="54769"/>
                </a:tc>
                <a:tc>
                  <a:txBody>
                    <a:bodyPr/>
                    <a:lstStyle/>
                    <a:p>
                      <a:r>
                        <a:rPr lang="pl-PL" sz="2200"/>
                        <a:t>0.98</a:t>
                      </a:r>
                    </a:p>
                  </a:txBody>
                  <a:tcPr marL="109538" marR="109538" marT="54769" marB="54769"/>
                </a:tc>
                <a:extLst>
                  <a:ext uri="{0D108BD9-81ED-4DB2-BD59-A6C34878D82A}">
                    <a16:rowId xmlns:a16="http://schemas.microsoft.com/office/drawing/2014/main" val="206906032"/>
                  </a:ext>
                </a:extLst>
              </a:tr>
              <a:tr h="444237">
                <a:tc>
                  <a:txBody>
                    <a:bodyPr/>
                    <a:lstStyle/>
                    <a:p>
                      <a:r>
                        <a:rPr lang="pl-PL" sz="2200" b="1">
                          <a:latin typeface="Consolas" panose="020B0609020204030204" pitchFamily="49" charset="0"/>
                        </a:rPr>
                        <a:t>macro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0.80</a:t>
                      </a:r>
                    </a:p>
                  </a:txBody>
                  <a:tcPr marL="109538" marR="109538" marT="54769" marB="54769">
                    <a:lnT w="12700" cmpd="sng">
                      <a:noFill/>
                    </a:lnT>
                  </a:tcPr>
                </a:tc>
                <a:tc>
                  <a:txBody>
                    <a:bodyPr/>
                    <a:lstStyle/>
                    <a:p>
                      <a:r>
                        <a:rPr lang="pl-PL" sz="2200"/>
                        <a:t>0.87</a:t>
                      </a:r>
                    </a:p>
                  </a:txBody>
                  <a:tcPr marL="109538" marR="109538" marT="54769" marB="54769"/>
                </a:tc>
                <a:tc>
                  <a:txBody>
                    <a:bodyPr/>
                    <a:lstStyle/>
                    <a:p>
                      <a:r>
                        <a:rPr lang="pl-PL" sz="2200"/>
                        <a:t>0.83</a:t>
                      </a:r>
                    </a:p>
                  </a:txBody>
                  <a:tcPr marL="109538" marR="109538" marT="54769" marB="54769"/>
                </a:tc>
                <a:tc>
                  <a:txBody>
                    <a:bodyPr/>
                    <a:lstStyle/>
                    <a:p>
                      <a:r>
                        <a:rPr lang="pl-PL" sz="2200"/>
                        <a:t>682</a:t>
                      </a:r>
                    </a:p>
                  </a:txBody>
                  <a:tcPr marL="109538" marR="109538" marT="54769" marB="54769"/>
                </a:tc>
                <a:extLst>
                  <a:ext uri="{0D108BD9-81ED-4DB2-BD59-A6C34878D82A}">
                    <a16:rowId xmlns:a16="http://schemas.microsoft.com/office/drawing/2014/main" val="3359518164"/>
                  </a:ext>
                </a:extLst>
              </a:tr>
              <a:tr h="444237">
                <a:tc>
                  <a:txBody>
                    <a:bodyPr/>
                    <a:lstStyle/>
                    <a:p>
                      <a:r>
                        <a:rPr lang="pl-PL" sz="2200" b="1" err="1">
                          <a:latin typeface="Consolas" panose="020B0609020204030204" pitchFamily="49" charset="0"/>
                        </a:rPr>
                        <a:t>weighted</a:t>
                      </a:r>
                      <a:r>
                        <a:rPr lang="pl-PL" sz="2200" b="1">
                          <a:latin typeface="Consolas" panose="020B0609020204030204" pitchFamily="49" charset="0"/>
                        </a:rPr>
                        <a:t>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0.98</a:t>
                      </a:r>
                    </a:p>
                  </a:txBody>
                  <a:tcPr marL="109538" marR="109538" marT="54769" marB="54769"/>
                </a:tc>
                <a:tc>
                  <a:txBody>
                    <a:bodyPr/>
                    <a:lstStyle/>
                    <a:p>
                      <a:r>
                        <a:rPr lang="pl-PL" sz="2200"/>
                        <a:t>0.98</a:t>
                      </a:r>
                    </a:p>
                  </a:txBody>
                  <a:tcPr marL="109538" marR="109538" marT="54769" marB="54769"/>
                </a:tc>
                <a:tc>
                  <a:txBody>
                    <a:bodyPr/>
                    <a:lstStyle/>
                    <a:p>
                      <a:r>
                        <a:rPr lang="pl-PL" sz="2200"/>
                        <a:t>0.98</a:t>
                      </a:r>
                    </a:p>
                  </a:txBody>
                  <a:tcPr marL="109538" marR="109538" marT="54769" marB="54769"/>
                </a:tc>
                <a:tc>
                  <a:txBody>
                    <a:bodyPr/>
                    <a:lstStyle/>
                    <a:p>
                      <a:r>
                        <a:rPr lang="pl-PL" sz="2200"/>
                        <a:t>682</a:t>
                      </a:r>
                    </a:p>
                  </a:txBody>
                  <a:tcPr marL="109538" marR="109538" marT="54769" marB="54769"/>
                </a:tc>
                <a:extLst>
                  <a:ext uri="{0D108BD9-81ED-4DB2-BD59-A6C34878D82A}">
                    <a16:rowId xmlns:a16="http://schemas.microsoft.com/office/drawing/2014/main" val="684881"/>
                  </a:ext>
                </a:extLst>
              </a:tr>
            </a:tbl>
          </a:graphicData>
        </a:graphic>
      </p:graphicFrame>
      <p:sp>
        <p:nvSpPr>
          <p:cNvPr id="6" name="Tytuł 1">
            <a:extLst>
              <a:ext uri="{FF2B5EF4-FFF2-40B4-BE49-F238E27FC236}">
                <a16:creationId xmlns:a16="http://schemas.microsoft.com/office/drawing/2014/main" id="{556C6E9D-39B9-9308-A5CA-31E0E6321707}"/>
              </a:ext>
            </a:extLst>
          </p:cNvPr>
          <p:cNvSpPr>
            <a:spLocks noGrp="1"/>
          </p:cNvSpPr>
          <p:nvPr>
            <p:ph type="title"/>
          </p:nvPr>
        </p:nvSpPr>
        <p:spPr>
          <a:xfrm>
            <a:off x="1158833" y="1123126"/>
            <a:ext cx="10515600" cy="1325563"/>
          </a:xfrm>
        </p:spPr>
        <p:txBody>
          <a:bodyPr>
            <a:normAutofit/>
          </a:bodyPr>
          <a:lstStyle/>
          <a:p>
            <a:pPr algn="ctr"/>
            <a:br>
              <a:rPr lang="pl-PL" b="1" i="0">
                <a:effectLst/>
                <a:latin typeface="ui-sans-serif"/>
              </a:rPr>
            </a:br>
            <a:endParaRPr lang="pl-PL"/>
          </a:p>
        </p:txBody>
      </p:sp>
      <p:sp>
        <p:nvSpPr>
          <p:cNvPr id="7" name="Tytuł 1">
            <a:extLst>
              <a:ext uri="{FF2B5EF4-FFF2-40B4-BE49-F238E27FC236}">
                <a16:creationId xmlns:a16="http://schemas.microsoft.com/office/drawing/2014/main" id="{3A61E2B6-3B38-4920-F930-00FAB0291CA6}"/>
              </a:ext>
            </a:extLst>
          </p:cNvPr>
          <p:cNvSpPr txBox="1">
            <a:spLocks/>
          </p:cNvSpPr>
          <p:nvPr/>
        </p:nvSpPr>
        <p:spPr>
          <a:xfrm>
            <a:off x="838199" y="671864"/>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8" name="Tytuł 1">
            <a:extLst>
              <a:ext uri="{FF2B5EF4-FFF2-40B4-BE49-F238E27FC236}">
                <a16:creationId xmlns:a16="http://schemas.microsoft.com/office/drawing/2014/main" id="{6C5EAD8B-A4E2-D6B7-B26B-F9B7503B142D}"/>
              </a:ext>
            </a:extLst>
          </p:cNvPr>
          <p:cNvSpPr txBox="1">
            <a:spLocks/>
          </p:cNvSpPr>
          <p:nvPr/>
        </p:nvSpPr>
        <p:spPr>
          <a:xfrm>
            <a:off x="990599" y="824264"/>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1" name="Prostokąt 10">
            <a:extLst>
              <a:ext uri="{FF2B5EF4-FFF2-40B4-BE49-F238E27FC236}">
                <a16:creationId xmlns:a16="http://schemas.microsoft.com/office/drawing/2014/main" id="{7780F159-6538-1797-8A40-17A1C0E17777}"/>
              </a:ext>
            </a:extLst>
          </p:cNvPr>
          <p:cNvSpPr/>
          <p:nvPr/>
        </p:nvSpPr>
        <p:spPr>
          <a:xfrm>
            <a:off x="9013371" y="-5447"/>
            <a:ext cx="3178629" cy="6863447"/>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12" name="Tytuł 1">
            <a:extLst>
              <a:ext uri="{FF2B5EF4-FFF2-40B4-BE49-F238E27FC236}">
                <a16:creationId xmlns:a16="http://schemas.microsoft.com/office/drawing/2014/main" id="{AAFED619-AAE3-8F44-E693-C2E5FC7FB240}"/>
              </a:ext>
            </a:extLst>
          </p:cNvPr>
          <p:cNvSpPr txBox="1">
            <a:spLocks/>
          </p:cNvSpPr>
          <p:nvPr/>
        </p:nvSpPr>
        <p:spPr>
          <a:xfrm>
            <a:off x="838199" y="666418"/>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3" name="Tytuł 1">
            <a:extLst>
              <a:ext uri="{FF2B5EF4-FFF2-40B4-BE49-F238E27FC236}">
                <a16:creationId xmlns:a16="http://schemas.microsoft.com/office/drawing/2014/main" id="{675D5BA5-D078-9FE6-FE9D-256E1782D5DC}"/>
              </a:ext>
            </a:extLst>
          </p:cNvPr>
          <p:cNvSpPr txBox="1">
            <a:spLocks/>
          </p:cNvSpPr>
          <p:nvPr/>
        </p:nvSpPr>
        <p:spPr>
          <a:xfrm>
            <a:off x="9363626" y="896352"/>
            <a:ext cx="3598223" cy="192534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4" name="pole tekstowe 13">
            <a:extLst>
              <a:ext uri="{FF2B5EF4-FFF2-40B4-BE49-F238E27FC236}">
                <a16:creationId xmlns:a16="http://schemas.microsoft.com/office/drawing/2014/main" id="{28AE654A-344C-5794-1FCF-5E5DC104F924}"/>
              </a:ext>
            </a:extLst>
          </p:cNvPr>
          <p:cNvSpPr txBox="1"/>
          <p:nvPr/>
        </p:nvSpPr>
        <p:spPr>
          <a:xfrm>
            <a:off x="9180725" y="357743"/>
            <a:ext cx="2930236" cy="1077218"/>
          </a:xfrm>
          <a:prstGeom prst="rect">
            <a:avLst/>
          </a:prstGeom>
          <a:noFill/>
        </p:spPr>
        <p:txBody>
          <a:bodyPr wrap="square">
            <a:spAutoFit/>
          </a:bodyPr>
          <a:lstStyle/>
          <a:p>
            <a:pPr algn="l"/>
            <a:r>
              <a:rPr lang="pl-PL" sz="3200" b="1" i="0">
                <a:solidFill>
                  <a:srgbClr val="0065A3"/>
                </a:solidFill>
                <a:effectLst/>
                <a:latin typeface="ui-sans-serif"/>
              </a:rPr>
              <a:t>#</a:t>
            </a:r>
            <a:r>
              <a:rPr lang="pl-PL" sz="3200" b="1">
                <a:solidFill>
                  <a:schemeClr val="bg1"/>
                </a:solidFill>
                <a:latin typeface="ui-sans-serif"/>
              </a:rPr>
              <a:t>Model:</a:t>
            </a:r>
          </a:p>
          <a:p>
            <a:pPr algn="l"/>
            <a:r>
              <a:rPr lang="pl-PL" sz="3200" b="1">
                <a:latin typeface="ui-sans-serif"/>
              </a:rPr>
              <a:t>   </a:t>
            </a:r>
            <a:r>
              <a:rPr lang="pl-PL" sz="3200" b="1" err="1">
                <a:latin typeface="ui-sans-serif"/>
              </a:rPr>
              <a:t>LightGBM</a:t>
            </a:r>
            <a:endParaRPr lang="pl-PL" sz="3200" b="1">
              <a:latin typeface="ui-sans-serif"/>
            </a:endParaRPr>
          </a:p>
        </p:txBody>
      </p:sp>
      <p:sp>
        <p:nvSpPr>
          <p:cNvPr id="15" name="pole tekstowe 14">
            <a:extLst>
              <a:ext uri="{FF2B5EF4-FFF2-40B4-BE49-F238E27FC236}">
                <a16:creationId xmlns:a16="http://schemas.microsoft.com/office/drawing/2014/main" id="{0FB66B42-0319-62DF-C67B-AC47691D7579}"/>
              </a:ext>
            </a:extLst>
          </p:cNvPr>
          <p:cNvSpPr txBox="1"/>
          <p:nvPr/>
        </p:nvSpPr>
        <p:spPr>
          <a:xfrm>
            <a:off x="9194973" y="1527141"/>
            <a:ext cx="2930236" cy="1077218"/>
          </a:xfrm>
          <a:prstGeom prst="rect">
            <a:avLst/>
          </a:prstGeom>
          <a:noFill/>
        </p:spPr>
        <p:txBody>
          <a:bodyPr wrap="square">
            <a:spAutoFit/>
          </a:bodyPr>
          <a:lstStyle/>
          <a:p>
            <a:pPr algn="l"/>
            <a:r>
              <a:rPr lang="pl-PL" sz="3200" b="1" i="0">
                <a:solidFill>
                  <a:srgbClr val="0065A3"/>
                </a:solidFill>
                <a:effectLst/>
                <a:latin typeface="ui-sans-serif"/>
              </a:rPr>
              <a:t>#</a:t>
            </a:r>
            <a:r>
              <a:rPr lang="pl-PL" sz="3200" b="1" i="0">
                <a:solidFill>
                  <a:schemeClr val="bg1"/>
                </a:solidFill>
                <a:effectLst/>
                <a:latin typeface="ui-sans-serif"/>
              </a:rPr>
              <a:t>Corr</a:t>
            </a:r>
            <a:r>
              <a:rPr lang="pl-PL" sz="3200" b="1">
                <a:solidFill>
                  <a:schemeClr val="bg1"/>
                </a:solidFill>
                <a:latin typeface="ui-sans-serif"/>
              </a:rPr>
              <a:t>:</a:t>
            </a:r>
          </a:p>
          <a:p>
            <a:pPr algn="l"/>
            <a:r>
              <a:rPr lang="pl-PL" sz="3200" b="1">
                <a:latin typeface="ui-sans-serif"/>
              </a:rPr>
              <a:t>   &gt; 80 </a:t>
            </a:r>
            <a:r>
              <a:rPr lang="pl-PL" sz="3200" b="1" err="1">
                <a:latin typeface="ui-sans-serif"/>
              </a:rPr>
              <a:t>removed</a:t>
            </a:r>
            <a:endParaRPr lang="pl-PL" sz="3200" b="1">
              <a:latin typeface="ui-sans-serif"/>
            </a:endParaRPr>
          </a:p>
        </p:txBody>
      </p:sp>
      <p:sp>
        <p:nvSpPr>
          <p:cNvPr id="16" name="pole tekstowe 15">
            <a:extLst>
              <a:ext uri="{FF2B5EF4-FFF2-40B4-BE49-F238E27FC236}">
                <a16:creationId xmlns:a16="http://schemas.microsoft.com/office/drawing/2014/main" id="{60E69F99-6427-AE41-217C-01D2EE6C497F}"/>
              </a:ext>
            </a:extLst>
          </p:cNvPr>
          <p:cNvSpPr txBox="1"/>
          <p:nvPr/>
        </p:nvSpPr>
        <p:spPr>
          <a:xfrm>
            <a:off x="9194973" y="2655289"/>
            <a:ext cx="2930236" cy="2062103"/>
          </a:xfrm>
          <a:prstGeom prst="rect">
            <a:avLst/>
          </a:prstGeom>
          <a:noFill/>
        </p:spPr>
        <p:txBody>
          <a:bodyPr wrap="square">
            <a:spAutoFit/>
          </a:bodyPr>
          <a:lstStyle/>
          <a:p>
            <a:pPr algn="l"/>
            <a:r>
              <a:rPr lang="pl-PL" sz="3200" b="1" i="0">
                <a:solidFill>
                  <a:srgbClr val="0065A3"/>
                </a:solidFill>
                <a:effectLst/>
                <a:latin typeface="ui-sans-serif"/>
              </a:rPr>
              <a:t>#</a:t>
            </a:r>
            <a:r>
              <a:rPr lang="pl-PL" sz="3200" b="1" i="0">
                <a:solidFill>
                  <a:schemeClr val="bg1"/>
                </a:solidFill>
                <a:effectLst/>
                <a:latin typeface="ui-sans-serif"/>
              </a:rPr>
              <a:t>Sets</a:t>
            </a:r>
            <a:r>
              <a:rPr lang="pl-PL" sz="3200" b="1">
                <a:solidFill>
                  <a:schemeClr val="bg1"/>
                </a:solidFill>
                <a:latin typeface="ui-sans-serif"/>
              </a:rPr>
              <a:t>:</a:t>
            </a:r>
          </a:p>
          <a:p>
            <a:pPr algn="l"/>
            <a:r>
              <a:rPr lang="pl-PL" sz="3200" b="1">
                <a:latin typeface="ui-sans-serif"/>
              </a:rPr>
              <a:t>   80% Train</a:t>
            </a:r>
          </a:p>
          <a:p>
            <a:pPr algn="l"/>
            <a:r>
              <a:rPr lang="pl-PL" sz="3200" b="1">
                <a:latin typeface="ui-sans-serif"/>
              </a:rPr>
              <a:t>   10% Val</a:t>
            </a:r>
          </a:p>
          <a:p>
            <a:pPr algn="l"/>
            <a:r>
              <a:rPr lang="pl-PL" sz="3200" b="1">
                <a:latin typeface="ui-sans-serif"/>
              </a:rPr>
              <a:t>   10% </a:t>
            </a:r>
            <a:r>
              <a:rPr lang="pl-PL" sz="3200" b="1" err="1">
                <a:latin typeface="ui-sans-serif"/>
              </a:rPr>
              <a:t>Tests</a:t>
            </a:r>
            <a:endParaRPr lang="pl-PL" sz="3200" b="1">
              <a:latin typeface="ui-sans-serif"/>
            </a:endParaRPr>
          </a:p>
        </p:txBody>
      </p:sp>
      <p:sp>
        <p:nvSpPr>
          <p:cNvPr id="17" name="pole tekstowe 16">
            <a:extLst>
              <a:ext uri="{FF2B5EF4-FFF2-40B4-BE49-F238E27FC236}">
                <a16:creationId xmlns:a16="http://schemas.microsoft.com/office/drawing/2014/main" id="{3359A5EE-7F82-8718-3818-0959404074A1}"/>
              </a:ext>
            </a:extLst>
          </p:cNvPr>
          <p:cNvSpPr txBox="1"/>
          <p:nvPr/>
        </p:nvSpPr>
        <p:spPr>
          <a:xfrm>
            <a:off x="9406784" y="4777201"/>
            <a:ext cx="2930236" cy="2554545"/>
          </a:xfrm>
          <a:prstGeom prst="rect">
            <a:avLst/>
          </a:prstGeom>
          <a:noFill/>
        </p:spPr>
        <p:txBody>
          <a:bodyPr wrap="square">
            <a:spAutoFit/>
          </a:bodyPr>
          <a:lstStyle/>
          <a:p>
            <a:pPr algn="l"/>
            <a:r>
              <a:rPr lang="pl-PL" sz="3200" b="1" err="1">
                <a:solidFill>
                  <a:schemeClr val="bg1"/>
                </a:solidFill>
                <a:latin typeface="ui-sans-serif"/>
              </a:rPr>
              <a:t>Synthetic</a:t>
            </a:r>
            <a:r>
              <a:rPr lang="pl-PL" sz="3200" b="1">
                <a:solidFill>
                  <a:schemeClr val="bg1"/>
                </a:solidFill>
                <a:latin typeface="ui-sans-serif"/>
              </a:rPr>
              <a:t> </a:t>
            </a:r>
            <a:r>
              <a:rPr lang="pl-PL" sz="3200" b="1" err="1">
                <a:solidFill>
                  <a:schemeClr val="bg1"/>
                </a:solidFill>
                <a:latin typeface="ui-sans-serif"/>
              </a:rPr>
              <a:t>Sampling</a:t>
            </a:r>
            <a:r>
              <a:rPr lang="pl-PL" sz="3200" b="1">
                <a:solidFill>
                  <a:schemeClr val="bg1"/>
                </a:solidFill>
                <a:latin typeface="ui-sans-serif"/>
              </a:rPr>
              <a:t>:</a:t>
            </a:r>
          </a:p>
          <a:p>
            <a:pPr algn="l"/>
            <a:r>
              <a:rPr lang="pl-PL" sz="3200" b="1">
                <a:solidFill>
                  <a:schemeClr val="bg1"/>
                </a:solidFill>
                <a:latin typeface="ui-sans-serif"/>
              </a:rPr>
              <a:t>  </a:t>
            </a:r>
            <a:r>
              <a:rPr lang="pl-PL" sz="3200" b="1" err="1">
                <a:latin typeface="ui-sans-serif"/>
              </a:rPr>
              <a:t>Smote</a:t>
            </a:r>
            <a:r>
              <a:rPr lang="pl-PL" sz="3200" b="1">
                <a:solidFill>
                  <a:schemeClr val="bg1"/>
                </a:solidFill>
                <a:latin typeface="ui-sans-serif"/>
              </a:rPr>
              <a:t> </a:t>
            </a:r>
          </a:p>
          <a:p>
            <a:pPr algn="l"/>
            <a:r>
              <a:rPr lang="pl-PL" sz="3200" b="1">
                <a:solidFill>
                  <a:schemeClr val="bg1"/>
                </a:solidFill>
                <a:latin typeface="ui-sans-serif"/>
              </a:rPr>
              <a:t>	</a:t>
            </a:r>
          </a:p>
          <a:p>
            <a:pPr algn="l"/>
            <a:r>
              <a:rPr lang="pl-PL" sz="3200" b="1">
                <a:latin typeface="ui-sans-serif"/>
              </a:rPr>
              <a:t>   </a:t>
            </a:r>
          </a:p>
        </p:txBody>
      </p:sp>
      <p:sp>
        <p:nvSpPr>
          <p:cNvPr id="3" name="Tytuł 1">
            <a:extLst>
              <a:ext uri="{FF2B5EF4-FFF2-40B4-BE49-F238E27FC236}">
                <a16:creationId xmlns:a16="http://schemas.microsoft.com/office/drawing/2014/main" id="{BE1073B2-8A6B-5560-2325-1CEB0BC22905}"/>
              </a:ext>
            </a:extLst>
          </p:cNvPr>
          <p:cNvSpPr txBox="1">
            <a:spLocks/>
          </p:cNvSpPr>
          <p:nvPr/>
        </p:nvSpPr>
        <p:spPr>
          <a:xfrm>
            <a:off x="293749" y="784893"/>
            <a:ext cx="8021892" cy="2729868"/>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a:latin typeface="Calibri"/>
                <a:ea typeface="Calibri"/>
                <a:cs typeface="Calibri"/>
              </a:rPr>
              <a:t>Last Evaluation on Edited Data with fine tuned parameters, </a:t>
            </a:r>
            <a:r>
              <a:rPr lang="pl-PL" b="1" err="1">
                <a:latin typeface="Calibri"/>
                <a:ea typeface="+mj-lt"/>
                <a:cs typeface="+mj-lt"/>
              </a:rPr>
              <a:t>Algoritm</a:t>
            </a:r>
            <a:r>
              <a:rPr lang="pl-PL" b="1">
                <a:latin typeface="Calibri"/>
                <a:ea typeface="Calibri"/>
                <a:cs typeface="Calibri"/>
              </a:rPr>
              <a:t>: </a:t>
            </a:r>
            <a:r>
              <a:rPr lang="pl-PL" b="1" err="1">
                <a:latin typeface="Calibri"/>
                <a:ea typeface="Calibri"/>
                <a:cs typeface="Calibri"/>
              </a:rPr>
              <a:t>LightGBM</a:t>
            </a:r>
            <a:br>
              <a:rPr lang="pl-PL" b="1">
                <a:latin typeface="ui-sans-serif"/>
              </a:rPr>
            </a:br>
            <a:endParaRPr lang="pl-PL"/>
          </a:p>
        </p:txBody>
      </p:sp>
    </p:spTree>
    <p:extLst>
      <p:ext uri="{BB962C8B-B14F-4D97-AF65-F5344CB8AC3E}">
        <p14:creationId xmlns:p14="http://schemas.microsoft.com/office/powerpoint/2010/main" val="27304692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Symbol zastępczy zawartości 3" descr="Obraz zawierający tekst, zrzut ekranu, diagram, linia&#10;&#10;Zawartość wygenerowana przez sztuczną inteligencję może być niepoprawna.">
            <a:extLst>
              <a:ext uri="{FF2B5EF4-FFF2-40B4-BE49-F238E27FC236}">
                <a16:creationId xmlns:a16="http://schemas.microsoft.com/office/drawing/2014/main" id="{D907A430-DB87-1010-5AC2-2B46EAE38D9C}"/>
              </a:ext>
            </a:extLst>
          </p:cNvPr>
          <p:cNvPicPr>
            <a:picLocks noGrp="1" noChangeAspect="1"/>
          </p:cNvPicPr>
          <p:nvPr>
            <p:ph idx="1"/>
          </p:nvPr>
        </p:nvPicPr>
        <p:blipFill>
          <a:blip r:embed="rId3"/>
          <a:stretch>
            <a:fillRect/>
          </a:stretch>
        </p:blipFill>
        <p:spPr>
          <a:xfrm>
            <a:off x="2570008" y="643466"/>
            <a:ext cx="7051984" cy="5571067"/>
          </a:xfrm>
          <a:prstGeom prst="rect">
            <a:avLst/>
          </a:prstGeom>
        </p:spPr>
      </p:pic>
    </p:spTree>
    <p:extLst>
      <p:ext uri="{BB962C8B-B14F-4D97-AF65-F5344CB8AC3E}">
        <p14:creationId xmlns:p14="http://schemas.microsoft.com/office/powerpoint/2010/main" val="2174545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descr="Obraz zawierający diagram, Wykres, zrzut ekranu&#10;&#10;Opis wygenerowany automatycznie">
            <a:extLst>
              <a:ext uri="{FF2B5EF4-FFF2-40B4-BE49-F238E27FC236}">
                <a16:creationId xmlns:a16="http://schemas.microsoft.com/office/drawing/2014/main" id="{6A301648-5893-107E-D88D-77E94D95DF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291" y="2743848"/>
            <a:ext cx="11835417" cy="3924000"/>
          </a:xfrm>
          <a:prstGeom prst="rect">
            <a:avLst/>
          </a:prstGeom>
        </p:spPr>
      </p:pic>
      <p:sp>
        <p:nvSpPr>
          <p:cNvPr id="8" name="Prostokąt 7">
            <a:extLst>
              <a:ext uri="{FF2B5EF4-FFF2-40B4-BE49-F238E27FC236}">
                <a16:creationId xmlns:a16="http://schemas.microsoft.com/office/drawing/2014/main" id="{054C2022-FDB6-C391-21A4-66E4DFECAA6A}"/>
              </a:ext>
            </a:extLst>
          </p:cNvPr>
          <p:cNvSpPr/>
          <p:nvPr/>
        </p:nvSpPr>
        <p:spPr>
          <a:xfrm>
            <a:off x="0" y="0"/>
            <a:ext cx="12192000" cy="2113808"/>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2" name="Tytuł 1">
            <a:extLst>
              <a:ext uri="{FF2B5EF4-FFF2-40B4-BE49-F238E27FC236}">
                <a16:creationId xmlns:a16="http://schemas.microsoft.com/office/drawing/2014/main" id="{44D8803B-B330-ECAE-605B-565B867671D3}"/>
              </a:ext>
            </a:extLst>
          </p:cNvPr>
          <p:cNvSpPr>
            <a:spLocks noGrp="1"/>
          </p:cNvSpPr>
          <p:nvPr>
            <p:ph type="title"/>
          </p:nvPr>
        </p:nvSpPr>
        <p:spPr>
          <a:xfrm>
            <a:off x="838199" y="671864"/>
            <a:ext cx="10515600" cy="1325563"/>
          </a:xfrm>
        </p:spPr>
        <p:txBody>
          <a:bodyPr>
            <a:normAutofit/>
          </a:bodyPr>
          <a:lstStyle/>
          <a:p>
            <a:pPr algn="ctr"/>
            <a:r>
              <a:rPr lang="pl-PL" b="1" i="0">
                <a:solidFill>
                  <a:schemeClr val="bg1"/>
                </a:solidFill>
                <a:effectLst/>
                <a:latin typeface="ui-sans-serif"/>
              </a:rPr>
              <a:t>  </a:t>
            </a:r>
            <a:br>
              <a:rPr lang="pl-PL" b="1" i="0">
                <a:effectLst/>
                <a:latin typeface="ui-sans-serif"/>
              </a:rPr>
            </a:br>
            <a:endParaRPr lang="pl-PL"/>
          </a:p>
        </p:txBody>
      </p:sp>
      <p:sp>
        <p:nvSpPr>
          <p:cNvPr id="4" name="Tytuł 1">
            <a:extLst>
              <a:ext uri="{FF2B5EF4-FFF2-40B4-BE49-F238E27FC236}">
                <a16:creationId xmlns:a16="http://schemas.microsoft.com/office/drawing/2014/main" id="{9FF1FC53-689B-B4AC-4E41-428F746D605F}"/>
              </a:ext>
            </a:extLst>
          </p:cNvPr>
          <p:cNvSpPr txBox="1">
            <a:spLocks/>
          </p:cNvSpPr>
          <p:nvPr/>
        </p:nvSpPr>
        <p:spPr>
          <a:xfrm>
            <a:off x="838199" y="555483"/>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6" name="Tytuł 1">
            <a:extLst>
              <a:ext uri="{FF2B5EF4-FFF2-40B4-BE49-F238E27FC236}">
                <a16:creationId xmlns:a16="http://schemas.microsoft.com/office/drawing/2014/main" id="{3CB9272B-C49E-F933-178B-32C52AC12759}"/>
              </a:ext>
            </a:extLst>
          </p:cNvPr>
          <p:cNvSpPr txBox="1">
            <a:spLocks/>
          </p:cNvSpPr>
          <p:nvPr/>
        </p:nvSpPr>
        <p:spPr>
          <a:xfrm>
            <a:off x="838199" y="788245"/>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7" name="Tytuł 1">
            <a:extLst>
              <a:ext uri="{FF2B5EF4-FFF2-40B4-BE49-F238E27FC236}">
                <a16:creationId xmlns:a16="http://schemas.microsoft.com/office/drawing/2014/main" id="{019D6572-A7FC-2027-EC28-C4A2A6B11C65}"/>
              </a:ext>
            </a:extLst>
          </p:cNvPr>
          <p:cNvSpPr txBox="1">
            <a:spLocks/>
          </p:cNvSpPr>
          <p:nvPr/>
        </p:nvSpPr>
        <p:spPr>
          <a:xfrm>
            <a:off x="990599" y="824264"/>
            <a:ext cx="10515600" cy="1325563"/>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r>
              <a:rPr lang="en-US" sz="4900" b="1">
                <a:solidFill>
                  <a:schemeClr val="bg1"/>
                </a:solidFill>
                <a:latin typeface="ui-sans-serif"/>
              </a:rPr>
              <a:t>Impact of Outlier Removal</a:t>
            </a:r>
            <a:br>
              <a:rPr lang="pl-PL" b="1">
                <a:latin typeface="ui-sans-serif"/>
              </a:rPr>
            </a:br>
            <a:endParaRPr lang="pl-PL"/>
          </a:p>
        </p:txBody>
      </p:sp>
    </p:spTree>
    <p:extLst>
      <p:ext uri="{BB962C8B-B14F-4D97-AF65-F5344CB8AC3E}">
        <p14:creationId xmlns:p14="http://schemas.microsoft.com/office/powerpoint/2010/main" val="140683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descr="Obraz zawierający Wykres, diagram, zrzut ekranu&#10;&#10;Opis wygenerowany automatycznie">
            <a:extLst>
              <a:ext uri="{FF2B5EF4-FFF2-40B4-BE49-F238E27FC236}">
                <a16:creationId xmlns:a16="http://schemas.microsoft.com/office/drawing/2014/main" id="{D09D7987-AD6D-99C4-B6B8-3D20AFDD00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326" y="2785922"/>
            <a:ext cx="11843347" cy="3924000"/>
          </a:xfrm>
          <a:prstGeom prst="rect">
            <a:avLst/>
          </a:prstGeom>
        </p:spPr>
      </p:pic>
      <p:sp>
        <p:nvSpPr>
          <p:cNvPr id="6" name="Prostokąt 5">
            <a:extLst>
              <a:ext uri="{FF2B5EF4-FFF2-40B4-BE49-F238E27FC236}">
                <a16:creationId xmlns:a16="http://schemas.microsoft.com/office/drawing/2014/main" id="{420CBF86-C27B-3FA3-9AE1-F4964B5796F6}"/>
              </a:ext>
            </a:extLst>
          </p:cNvPr>
          <p:cNvSpPr/>
          <p:nvPr/>
        </p:nvSpPr>
        <p:spPr>
          <a:xfrm>
            <a:off x="0" y="0"/>
            <a:ext cx="12192000" cy="2113808"/>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8" name="Tytuł 1">
            <a:extLst>
              <a:ext uri="{FF2B5EF4-FFF2-40B4-BE49-F238E27FC236}">
                <a16:creationId xmlns:a16="http://schemas.microsoft.com/office/drawing/2014/main" id="{B84CD9B4-AB93-7083-A5E4-5DE9FC3F2EFA}"/>
              </a:ext>
            </a:extLst>
          </p:cNvPr>
          <p:cNvSpPr>
            <a:spLocks noGrp="1"/>
          </p:cNvSpPr>
          <p:nvPr>
            <p:ph type="title"/>
          </p:nvPr>
        </p:nvSpPr>
        <p:spPr>
          <a:xfrm>
            <a:off x="838199" y="671864"/>
            <a:ext cx="10515600" cy="1325563"/>
          </a:xfrm>
        </p:spPr>
        <p:txBody>
          <a:bodyPr>
            <a:normAutofit fontScale="90000"/>
          </a:bodyPr>
          <a:lstStyle/>
          <a:p>
            <a:pPr algn="ctr"/>
            <a:r>
              <a:rPr lang="pl-PL" b="1" i="0">
                <a:solidFill>
                  <a:schemeClr val="bg1"/>
                </a:solidFill>
                <a:effectLst/>
                <a:latin typeface="ui-sans-serif"/>
              </a:rPr>
              <a:t>   </a:t>
            </a:r>
            <a:r>
              <a:rPr lang="en-US" b="1" i="0">
                <a:solidFill>
                  <a:schemeClr val="bg1"/>
                </a:solidFill>
                <a:effectLst/>
                <a:latin typeface="ui-sans-serif"/>
              </a:rPr>
              <a:t>Rows before removing outliers: 6819</a:t>
            </a:r>
            <a:br>
              <a:rPr lang="pl-PL" b="1" i="0">
                <a:solidFill>
                  <a:schemeClr val="bg1"/>
                </a:solidFill>
                <a:effectLst/>
                <a:latin typeface="ui-sans-serif"/>
              </a:rPr>
            </a:br>
            <a:r>
              <a:rPr lang="en-US" b="1" i="0">
                <a:solidFill>
                  <a:schemeClr val="bg1"/>
                </a:solidFill>
                <a:effectLst/>
                <a:latin typeface="ui-sans-serif"/>
              </a:rPr>
              <a:t>Rows after removing outliers: 4850</a:t>
            </a:r>
            <a:br>
              <a:rPr lang="pl-PL" b="1" i="0">
                <a:effectLst/>
                <a:latin typeface="ui-sans-serif"/>
              </a:rPr>
            </a:br>
            <a:endParaRPr lang="pl-PL"/>
          </a:p>
        </p:txBody>
      </p:sp>
    </p:spTree>
    <p:extLst>
      <p:ext uri="{BB962C8B-B14F-4D97-AF65-F5344CB8AC3E}">
        <p14:creationId xmlns:p14="http://schemas.microsoft.com/office/powerpoint/2010/main" val="4156572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43B8A-62B4-429F-80C9-6DC36A4B2C99}"/>
            </a:ext>
          </a:extLst>
        </p:cNvPr>
        <p:cNvGrpSpPr/>
        <p:nvPr/>
      </p:nvGrpSpPr>
      <p:grpSpPr>
        <a:xfrm>
          <a:off x="0" y="0"/>
          <a:ext cx="0" cy="0"/>
          <a:chOff x="0" y="0"/>
          <a:chExt cx="0" cy="0"/>
        </a:xfrm>
      </p:grpSpPr>
      <p:graphicFrame>
        <p:nvGraphicFramePr>
          <p:cNvPr id="4" name="Tabela 3">
            <a:extLst>
              <a:ext uri="{FF2B5EF4-FFF2-40B4-BE49-F238E27FC236}">
                <a16:creationId xmlns:a16="http://schemas.microsoft.com/office/drawing/2014/main" id="{EC022916-FBB8-CEB3-8F32-F5479001EBEE}"/>
              </a:ext>
            </a:extLst>
          </p:cNvPr>
          <p:cNvGraphicFramePr>
            <a:graphicFrameLocks noGrp="1"/>
          </p:cNvGraphicFramePr>
          <p:nvPr>
            <p:extLst>
              <p:ext uri="{D42A27DB-BD31-4B8C-83A1-F6EECF244321}">
                <p14:modId xmlns:p14="http://schemas.microsoft.com/office/powerpoint/2010/main" val="3801323256"/>
              </p:ext>
            </p:extLst>
          </p:nvPr>
        </p:nvGraphicFramePr>
        <p:xfrm>
          <a:off x="296881" y="3694897"/>
          <a:ext cx="8373027" cy="2729868"/>
        </p:xfrm>
        <a:graphic>
          <a:graphicData uri="http://schemas.openxmlformats.org/drawingml/2006/table">
            <a:tbl>
              <a:tblPr firstRow="1" bandRow="1">
                <a:tableStyleId>{5C22544A-7EE6-4342-B048-85BDC9FD1C3A}</a:tableStyleId>
              </a:tblPr>
              <a:tblGrid>
                <a:gridCol w="2472593">
                  <a:extLst>
                    <a:ext uri="{9D8B030D-6E8A-4147-A177-3AD203B41FA5}">
                      <a16:colId xmlns:a16="http://schemas.microsoft.com/office/drawing/2014/main" val="747780087"/>
                    </a:ext>
                  </a:extLst>
                </a:gridCol>
                <a:gridCol w="1749763">
                  <a:extLst>
                    <a:ext uri="{9D8B030D-6E8A-4147-A177-3AD203B41FA5}">
                      <a16:colId xmlns:a16="http://schemas.microsoft.com/office/drawing/2014/main" val="3461686864"/>
                    </a:ext>
                  </a:extLst>
                </a:gridCol>
                <a:gridCol w="1270718">
                  <a:extLst>
                    <a:ext uri="{9D8B030D-6E8A-4147-A177-3AD203B41FA5}">
                      <a16:colId xmlns:a16="http://schemas.microsoft.com/office/drawing/2014/main" val="2935510065"/>
                    </a:ext>
                  </a:extLst>
                </a:gridCol>
                <a:gridCol w="1571187">
                  <a:extLst>
                    <a:ext uri="{9D8B030D-6E8A-4147-A177-3AD203B41FA5}">
                      <a16:colId xmlns:a16="http://schemas.microsoft.com/office/drawing/2014/main" val="751022704"/>
                    </a:ext>
                  </a:extLst>
                </a:gridCol>
                <a:gridCol w="1308766">
                  <a:extLst>
                    <a:ext uri="{9D8B030D-6E8A-4147-A177-3AD203B41FA5}">
                      <a16:colId xmlns:a16="http://schemas.microsoft.com/office/drawing/2014/main" val="1837310423"/>
                    </a:ext>
                  </a:extLst>
                </a:gridCol>
              </a:tblGrid>
              <a:tr h="438389">
                <a:tc>
                  <a:txBody>
                    <a:bodyPr/>
                    <a:lstStyle/>
                    <a:p>
                      <a:endParaRPr lang="pl-PL" sz="2200" b="1">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precision</a:t>
                      </a:r>
                    </a:p>
                  </a:txBody>
                  <a:tcPr marL="109538" marR="109538" marT="54769" marB="54769">
                    <a:solidFill>
                      <a:srgbClr val="0065A3"/>
                    </a:solidFill>
                  </a:tcPr>
                </a:tc>
                <a:tc>
                  <a:txBody>
                    <a:bodyPr/>
                    <a:lstStyle/>
                    <a:p>
                      <a:r>
                        <a:rPr lang="pl-PL" sz="2200" err="1">
                          <a:latin typeface="Consolas" panose="020B0609020204030204" pitchFamily="49" charset="0"/>
                        </a:rPr>
                        <a:t>recall</a:t>
                      </a:r>
                      <a:endParaRPr lang="pl-PL" sz="2200">
                        <a:latin typeface="Consolas" panose="020B0609020204030204" pitchFamily="49" charset="0"/>
                      </a:endParaRPr>
                    </a:p>
                  </a:txBody>
                  <a:tcPr marL="109538" marR="109538" marT="54769" marB="54769">
                    <a:solidFill>
                      <a:srgbClr val="0065A3"/>
                    </a:solidFill>
                  </a:tcPr>
                </a:tc>
                <a:tc>
                  <a:txBody>
                    <a:bodyPr/>
                    <a:lstStyle/>
                    <a:p>
                      <a:r>
                        <a:rPr lang="pl-PL" sz="2200">
                          <a:latin typeface="Consolas" panose="020B0609020204030204" pitchFamily="49" charset="0"/>
                        </a:rPr>
                        <a:t>f1-Score</a:t>
                      </a:r>
                    </a:p>
                  </a:txBody>
                  <a:tcPr marL="109538" marR="109538" marT="54769" marB="54769">
                    <a:solidFill>
                      <a:srgbClr val="0065A3"/>
                    </a:solidFill>
                  </a:tcPr>
                </a:tc>
                <a:tc>
                  <a:txBody>
                    <a:bodyPr/>
                    <a:lstStyle/>
                    <a:p>
                      <a:r>
                        <a:rPr lang="pl-PL" sz="2200" err="1">
                          <a:latin typeface="Consolas" panose="020B0609020204030204" pitchFamily="49" charset="0"/>
                        </a:rPr>
                        <a:t>support</a:t>
                      </a:r>
                      <a:endParaRPr lang="pl-PL" sz="2200">
                        <a:latin typeface="Consolas" panose="020B0609020204030204" pitchFamily="49" charset="0"/>
                      </a:endParaRPr>
                    </a:p>
                  </a:txBody>
                  <a:tcPr marL="109538" marR="109538" marT="54769" marB="54769">
                    <a:solidFill>
                      <a:srgbClr val="0065A3"/>
                    </a:solidFill>
                  </a:tcPr>
                </a:tc>
                <a:extLst>
                  <a:ext uri="{0D108BD9-81ED-4DB2-BD59-A6C34878D82A}">
                    <a16:rowId xmlns:a16="http://schemas.microsoft.com/office/drawing/2014/main" val="2813898391"/>
                  </a:ext>
                </a:extLst>
              </a:tr>
              <a:tr h="444237">
                <a:tc>
                  <a:txBody>
                    <a:bodyPr/>
                    <a:lstStyle/>
                    <a:p>
                      <a:pPr algn="ctr"/>
                      <a:r>
                        <a:rPr lang="pl-PL" sz="2400" b="1">
                          <a:latin typeface="Consolas" panose="020B0609020204030204" pitchFamily="49" charset="0"/>
                        </a:rPr>
                        <a:t>0 </a:t>
                      </a:r>
                    </a:p>
                  </a:txBody>
                  <a:tcPr marL="109538" marR="109538" marT="54769" marB="54769">
                    <a:solidFill>
                      <a:schemeClr val="accent6">
                        <a:lumMod val="75000"/>
                      </a:schemeClr>
                    </a:solidFill>
                  </a:tcPr>
                </a:tc>
                <a:tc>
                  <a:txBody>
                    <a:bodyPr/>
                    <a:lstStyle/>
                    <a:p>
                      <a:r>
                        <a:rPr lang="pl-PL" sz="2200"/>
                        <a:t>0.98</a:t>
                      </a:r>
                    </a:p>
                  </a:txBody>
                  <a:tcPr marL="109538" marR="109538" marT="54769" marB="54769"/>
                </a:tc>
                <a:tc>
                  <a:txBody>
                    <a:bodyPr/>
                    <a:lstStyle/>
                    <a:p>
                      <a:r>
                        <a:rPr lang="pl-PL" sz="2200"/>
                        <a:t>0.99</a:t>
                      </a:r>
                    </a:p>
                  </a:txBody>
                  <a:tcPr marL="109538" marR="109538" marT="54769" marB="54769"/>
                </a:tc>
                <a:tc>
                  <a:txBody>
                    <a:bodyPr/>
                    <a:lstStyle/>
                    <a:p>
                      <a:r>
                        <a:rPr lang="pl-PL" sz="2200"/>
                        <a:t>0.99</a:t>
                      </a:r>
                    </a:p>
                  </a:txBody>
                  <a:tcPr marL="109538" marR="109538" marT="54769" marB="54769"/>
                </a:tc>
                <a:tc>
                  <a:txBody>
                    <a:bodyPr/>
                    <a:lstStyle/>
                    <a:p>
                      <a:r>
                        <a:rPr lang="pl-PL" sz="2200"/>
                        <a:t>467</a:t>
                      </a:r>
                    </a:p>
                  </a:txBody>
                  <a:tcPr marL="109538" marR="109538" marT="54769" marB="54769"/>
                </a:tc>
                <a:extLst>
                  <a:ext uri="{0D108BD9-81ED-4DB2-BD59-A6C34878D82A}">
                    <a16:rowId xmlns:a16="http://schemas.microsoft.com/office/drawing/2014/main" val="3412453774"/>
                  </a:ext>
                </a:extLst>
              </a:tr>
              <a:tr h="444237">
                <a:tc>
                  <a:txBody>
                    <a:bodyPr/>
                    <a:lstStyle/>
                    <a:p>
                      <a:pPr algn="ctr"/>
                      <a:r>
                        <a:rPr lang="pl-PL" sz="2400" b="1">
                          <a:latin typeface="Consolas" panose="020B0609020204030204" pitchFamily="49" charset="0"/>
                        </a:rPr>
                        <a:t>1</a:t>
                      </a:r>
                      <a:r>
                        <a:rPr lang="pl-PL" sz="2000" b="1">
                          <a:latin typeface="Consolas" panose="020B0609020204030204" pitchFamily="49" charset="0"/>
                        </a:rPr>
                        <a:t> </a:t>
                      </a:r>
                    </a:p>
                  </a:txBody>
                  <a:tcPr marL="109538" marR="109538" marT="54769" marB="54769">
                    <a:solidFill>
                      <a:srgbClr val="FF0000"/>
                    </a:solidFill>
                  </a:tcPr>
                </a:tc>
                <a:tc>
                  <a:txBody>
                    <a:bodyPr/>
                    <a:lstStyle/>
                    <a:p>
                      <a:r>
                        <a:rPr lang="pl-PL" sz="2200"/>
                        <a:t>0.77</a:t>
                      </a:r>
                    </a:p>
                  </a:txBody>
                  <a:tcPr marL="109538" marR="109538" marT="54769" marB="54769">
                    <a:lnB w="12700" cmpd="sng">
                      <a:noFill/>
                    </a:lnB>
                  </a:tcPr>
                </a:tc>
                <a:tc>
                  <a:txBody>
                    <a:bodyPr/>
                    <a:lstStyle/>
                    <a:p>
                      <a:r>
                        <a:rPr lang="pl-PL" sz="2200"/>
                        <a:t>0.56</a:t>
                      </a:r>
                    </a:p>
                  </a:txBody>
                  <a:tcPr marL="109538" marR="109538" marT="54769" marB="54769"/>
                </a:tc>
                <a:tc>
                  <a:txBody>
                    <a:bodyPr/>
                    <a:lstStyle/>
                    <a:p>
                      <a:r>
                        <a:rPr lang="pl-PL" sz="2200"/>
                        <a:t>0.65</a:t>
                      </a:r>
                    </a:p>
                  </a:txBody>
                  <a:tcPr marL="109538" marR="109538" marT="54769" marB="54769"/>
                </a:tc>
                <a:tc>
                  <a:txBody>
                    <a:bodyPr/>
                    <a:lstStyle/>
                    <a:p>
                      <a:r>
                        <a:rPr lang="pl-PL" sz="2200"/>
                        <a:t>18</a:t>
                      </a:r>
                    </a:p>
                  </a:txBody>
                  <a:tcPr marL="109538" marR="109538" marT="54769" marB="54769"/>
                </a:tc>
                <a:extLst>
                  <a:ext uri="{0D108BD9-81ED-4DB2-BD59-A6C34878D82A}">
                    <a16:rowId xmlns:a16="http://schemas.microsoft.com/office/drawing/2014/main" val="3681505047"/>
                  </a:ext>
                </a:extLst>
              </a:tr>
              <a:tr h="444237">
                <a:tc>
                  <a:txBody>
                    <a:bodyPr/>
                    <a:lstStyle/>
                    <a:p>
                      <a:r>
                        <a:rPr lang="pl-PL" sz="2200" b="1" err="1">
                          <a:latin typeface="Consolas" panose="020B0609020204030204" pitchFamily="49" charset="0"/>
                        </a:rPr>
                        <a:t>accuracy</a:t>
                      </a:r>
                      <a:endParaRPr lang="pl-PL" sz="2200" b="1">
                        <a:latin typeface="Consolas" panose="020B0609020204030204" pitchFamily="49" charset="0"/>
                      </a:endParaRPr>
                    </a:p>
                  </a:txBody>
                  <a:tcPr marL="109538" marR="109538" marT="54769" marB="54769">
                    <a:lnR w="12700" cmpd="sng">
                      <a:noFill/>
                    </a:lnR>
                  </a:tcPr>
                </a:tc>
                <a:tc>
                  <a:txBody>
                    <a:bodyPr/>
                    <a:lstStyle/>
                    <a:p>
                      <a:endParaRPr lang="pl-PL" sz="2200"/>
                    </a:p>
                  </a:txBody>
                  <a:tcPr marL="109538" marR="109538" marT="54769" marB="54769">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pl-PL" sz="2200"/>
                    </a:p>
                  </a:txBody>
                  <a:tcPr marL="109538" marR="109538" marT="54769" marB="54769">
                    <a:lnL w="12700" cmpd="sng">
                      <a:noFill/>
                    </a:lnL>
                    <a:noFill/>
                  </a:tcPr>
                </a:tc>
                <a:tc>
                  <a:txBody>
                    <a:bodyPr/>
                    <a:lstStyle/>
                    <a:p>
                      <a:r>
                        <a:rPr lang="pl-PL" sz="2200"/>
                        <a:t>0.98</a:t>
                      </a:r>
                    </a:p>
                  </a:txBody>
                  <a:tcPr marL="109538" marR="109538" marT="54769" marB="54769"/>
                </a:tc>
                <a:tc>
                  <a:txBody>
                    <a:bodyPr/>
                    <a:lstStyle/>
                    <a:p>
                      <a:r>
                        <a:rPr lang="pl-PL" sz="2200"/>
                        <a:t>0.98</a:t>
                      </a:r>
                    </a:p>
                  </a:txBody>
                  <a:tcPr marL="109538" marR="109538" marT="54769" marB="54769"/>
                </a:tc>
                <a:extLst>
                  <a:ext uri="{0D108BD9-81ED-4DB2-BD59-A6C34878D82A}">
                    <a16:rowId xmlns:a16="http://schemas.microsoft.com/office/drawing/2014/main" val="206906032"/>
                  </a:ext>
                </a:extLst>
              </a:tr>
              <a:tr h="444237">
                <a:tc>
                  <a:txBody>
                    <a:bodyPr/>
                    <a:lstStyle/>
                    <a:p>
                      <a:r>
                        <a:rPr lang="pl-PL" sz="2200" b="1">
                          <a:latin typeface="Consolas" panose="020B0609020204030204" pitchFamily="49" charset="0"/>
                        </a:rPr>
                        <a:t>macro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0.87</a:t>
                      </a:r>
                    </a:p>
                  </a:txBody>
                  <a:tcPr marL="109538" marR="109538" marT="54769" marB="54769">
                    <a:lnT w="12700" cmpd="sng">
                      <a:noFill/>
                    </a:lnT>
                  </a:tcPr>
                </a:tc>
                <a:tc>
                  <a:txBody>
                    <a:bodyPr/>
                    <a:lstStyle/>
                    <a:p>
                      <a:r>
                        <a:rPr lang="pl-PL" sz="2200"/>
                        <a:t>0.77</a:t>
                      </a:r>
                    </a:p>
                  </a:txBody>
                  <a:tcPr marL="109538" marR="109538" marT="54769" marB="54769"/>
                </a:tc>
                <a:tc>
                  <a:txBody>
                    <a:bodyPr/>
                    <a:lstStyle/>
                    <a:p>
                      <a:r>
                        <a:rPr lang="pl-PL" sz="2200"/>
                        <a:t>0.81</a:t>
                      </a:r>
                    </a:p>
                  </a:txBody>
                  <a:tcPr marL="109538" marR="109538" marT="54769" marB="54769"/>
                </a:tc>
                <a:tc>
                  <a:txBody>
                    <a:bodyPr/>
                    <a:lstStyle/>
                    <a:p>
                      <a:r>
                        <a:rPr lang="pl-PL" sz="2200"/>
                        <a:t>485</a:t>
                      </a:r>
                    </a:p>
                  </a:txBody>
                  <a:tcPr marL="109538" marR="109538" marT="54769" marB="54769"/>
                </a:tc>
                <a:extLst>
                  <a:ext uri="{0D108BD9-81ED-4DB2-BD59-A6C34878D82A}">
                    <a16:rowId xmlns:a16="http://schemas.microsoft.com/office/drawing/2014/main" val="3359518164"/>
                  </a:ext>
                </a:extLst>
              </a:tr>
              <a:tr h="444237">
                <a:tc>
                  <a:txBody>
                    <a:bodyPr/>
                    <a:lstStyle/>
                    <a:p>
                      <a:r>
                        <a:rPr lang="pl-PL" sz="2200" b="1" err="1">
                          <a:latin typeface="Consolas" panose="020B0609020204030204" pitchFamily="49" charset="0"/>
                        </a:rPr>
                        <a:t>weighted</a:t>
                      </a:r>
                      <a:r>
                        <a:rPr lang="pl-PL" sz="2200" b="1">
                          <a:latin typeface="Consolas" panose="020B0609020204030204" pitchFamily="49" charset="0"/>
                        </a:rPr>
                        <a:t> </a:t>
                      </a:r>
                      <a:r>
                        <a:rPr lang="pl-PL" sz="2200" b="1" err="1">
                          <a:latin typeface="Consolas" panose="020B0609020204030204" pitchFamily="49" charset="0"/>
                        </a:rPr>
                        <a:t>avg</a:t>
                      </a:r>
                      <a:endParaRPr lang="pl-PL" sz="2200" b="1">
                        <a:latin typeface="Consolas" panose="020B0609020204030204" pitchFamily="49" charset="0"/>
                      </a:endParaRPr>
                    </a:p>
                  </a:txBody>
                  <a:tcPr marL="109538" marR="109538" marT="54769" marB="54769"/>
                </a:tc>
                <a:tc>
                  <a:txBody>
                    <a:bodyPr/>
                    <a:lstStyle/>
                    <a:p>
                      <a:r>
                        <a:rPr lang="pl-PL" sz="2200"/>
                        <a:t>0.98</a:t>
                      </a:r>
                    </a:p>
                  </a:txBody>
                  <a:tcPr marL="109538" marR="109538" marT="54769" marB="54769"/>
                </a:tc>
                <a:tc>
                  <a:txBody>
                    <a:bodyPr/>
                    <a:lstStyle/>
                    <a:p>
                      <a:r>
                        <a:rPr lang="pl-PL" sz="2200"/>
                        <a:t>0.98</a:t>
                      </a:r>
                    </a:p>
                  </a:txBody>
                  <a:tcPr marL="109538" marR="109538" marT="54769" marB="54769"/>
                </a:tc>
                <a:tc>
                  <a:txBody>
                    <a:bodyPr/>
                    <a:lstStyle/>
                    <a:p>
                      <a:r>
                        <a:rPr lang="pl-PL" sz="2200"/>
                        <a:t>0.98</a:t>
                      </a:r>
                    </a:p>
                  </a:txBody>
                  <a:tcPr marL="109538" marR="109538" marT="54769" marB="54769"/>
                </a:tc>
                <a:tc>
                  <a:txBody>
                    <a:bodyPr/>
                    <a:lstStyle/>
                    <a:p>
                      <a:r>
                        <a:rPr lang="pl-PL" sz="2200"/>
                        <a:t>485</a:t>
                      </a:r>
                    </a:p>
                  </a:txBody>
                  <a:tcPr marL="109538" marR="109538" marT="54769" marB="54769"/>
                </a:tc>
                <a:extLst>
                  <a:ext uri="{0D108BD9-81ED-4DB2-BD59-A6C34878D82A}">
                    <a16:rowId xmlns:a16="http://schemas.microsoft.com/office/drawing/2014/main" val="684881"/>
                  </a:ext>
                </a:extLst>
              </a:tr>
            </a:tbl>
          </a:graphicData>
        </a:graphic>
      </p:graphicFrame>
      <p:sp>
        <p:nvSpPr>
          <p:cNvPr id="6" name="Tytuł 1">
            <a:extLst>
              <a:ext uri="{FF2B5EF4-FFF2-40B4-BE49-F238E27FC236}">
                <a16:creationId xmlns:a16="http://schemas.microsoft.com/office/drawing/2014/main" id="{32911517-2D6D-E75C-368D-98E69DBBF4EF}"/>
              </a:ext>
            </a:extLst>
          </p:cNvPr>
          <p:cNvSpPr>
            <a:spLocks noGrp="1"/>
          </p:cNvSpPr>
          <p:nvPr>
            <p:ph type="title"/>
          </p:nvPr>
        </p:nvSpPr>
        <p:spPr>
          <a:xfrm>
            <a:off x="1158833" y="1123126"/>
            <a:ext cx="10515600" cy="1325563"/>
          </a:xfrm>
        </p:spPr>
        <p:txBody>
          <a:bodyPr>
            <a:normAutofit/>
          </a:bodyPr>
          <a:lstStyle/>
          <a:p>
            <a:pPr algn="ctr"/>
            <a:br>
              <a:rPr lang="pl-PL" b="1" i="0">
                <a:effectLst/>
                <a:latin typeface="ui-sans-serif"/>
              </a:rPr>
            </a:br>
            <a:endParaRPr lang="pl-PL"/>
          </a:p>
        </p:txBody>
      </p:sp>
      <p:sp>
        <p:nvSpPr>
          <p:cNvPr id="7" name="Tytuł 1">
            <a:extLst>
              <a:ext uri="{FF2B5EF4-FFF2-40B4-BE49-F238E27FC236}">
                <a16:creationId xmlns:a16="http://schemas.microsoft.com/office/drawing/2014/main" id="{074F6C82-FFF0-D7C1-0731-555D83A0041A}"/>
              </a:ext>
            </a:extLst>
          </p:cNvPr>
          <p:cNvSpPr txBox="1">
            <a:spLocks/>
          </p:cNvSpPr>
          <p:nvPr/>
        </p:nvSpPr>
        <p:spPr>
          <a:xfrm>
            <a:off x="838199" y="671864"/>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8" name="Tytuł 1">
            <a:extLst>
              <a:ext uri="{FF2B5EF4-FFF2-40B4-BE49-F238E27FC236}">
                <a16:creationId xmlns:a16="http://schemas.microsoft.com/office/drawing/2014/main" id="{192163F8-038C-8896-190D-5A2D579B9A8E}"/>
              </a:ext>
            </a:extLst>
          </p:cNvPr>
          <p:cNvSpPr txBox="1">
            <a:spLocks/>
          </p:cNvSpPr>
          <p:nvPr/>
        </p:nvSpPr>
        <p:spPr>
          <a:xfrm>
            <a:off x="990599" y="824264"/>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1" name="Prostokąt 10">
            <a:extLst>
              <a:ext uri="{FF2B5EF4-FFF2-40B4-BE49-F238E27FC236}">
                <a16:creationId xmlns:a16="http://schemas.microsoft.com/office/drawing/2014/main" id="{F12D661F-B90A-E421-B766-2B20C8BF5C4E}"/>
              </a:ext>
            </a:extLst>
          </p:cNvPr>
          <p:cNvSpPr/>
          <p:nvPr/>
        </p:nvSpPr>
        <p:spPr>
          <a:xfrm>
            <a:off x="9013371" y="-5447"/>
            <a:ext cx="3178629" cy="6863447"/>
          </a:xfrm>
          <a:prstGeom prst="rect">
            <a:avLst/>
          </a:prstGeom>
          <a:solidFill>
            <a:srgbClr val="0065A3"/>
          </a:solidFill>
          <a:ln>
            <a:solidFill>
              <a:srgbClr val="0065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12" name="Tytuł 1">
            <a:extLst>
              <a:ext uri="{FF2B5EF4-FFF2-40B4-BE49-F238E27FC236}">
                <a16:creationId xmlns:a16="http://schemas.microsoft.com/office/drawing/2014/main" id="{3266D273-5022-38EF-31F7-7FBF371BADD8}"/>
              </a:ext>
            </a:extLst>
          </p:cNvPr>
          <p:cNvSpPr txBox="1">
            <a:spLocks/>
          </p:cNvSpPr>
          <p:nvPr/>
        </p:nvSpPr>
        <p:spPr>
          <a:xfrm>
            <a:off x="838199" y="666418"/>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3" name="Tytuł 1">
            <a:extLst>
              <a:ext uri="{FF2B5EF4-FFF2-40B4-BE49-F238E27FC236}">
                <a16:creationId xmlns:a16="http://schemas.microsoft.com/office/drawing/2014/main" id="{CCB555CF-A510-B283-B364-C76227608100}"/>
              </a:ext>
            </a:extLst>
          </p:cNvPr>
          <p:cNvSpPr txBox="1">
            <a:spLocks/>
          </p:cNvSpPr>
          <p:nvPr/>
        </p:nvSpPr>
        <p:spPr>
          <a:xfrm>
            <a:off x="9363626" y="896352"/>
            <a:ext cx="3598223" cy="192534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b="1">
                <a:solidFill>
                  <a:schemeClr val="bg1"/>
                </a:solidFill>
                <a:latin typeface="ui-sans-serif"/>
              </a:rPr>
              <a:t>   </a:t>
            </a:r>
            <a:br>
              <a:rPr lang="pl-PL" b="1">
                <a:latin typeface="ui-sans-serif"/>
              </a:rPr>
            </a:br>
            <a:endParaRPr lang="pl-PL"/>
          </a:p>
        </p:txBody>
      </p:sp>
      <p:sp>
        <p:nvSpPr>
          <p:cNvPr id="14" name="pole tekstowe 13">
            <a:extLst>
              <a:ext uri="{FF2B5EF4-FFF2-40B4-BE49-F238E27FC236}">
                <a16:creationId xmlns:a16="http://schemas.microsoft.com/office/drawing/2014/main" id="{CC930C3C-7602-A6D3-C31F-2F3F158B384D}"/>
              </a:ext>
            </a:extLst>
          </p:cNvPr>
          <p:cNvSpPr txBox="1"/>
          <p:nvPr/>
        </p:nvSpPr>
        <p:spPr>
          <a:xfrm>
            <a:off x="9229215" y="285655"/>
            <a:ext cx="2930236" cy="1077218"/>
          </a:xfrm>
          <a:prstGeom prst="rect">
            <a:avLst/>
          </a:prstGeom>
          <a:noFill/>
        </p:spPr>
        <p:txBody>
          <a:bodyPr wrap="square">
            <a:spAutoFit/>
          </a:bodyPr>
          <a:lstStyle/>
          <a:p>
            <a:pPr algn="l"/>
            <a:r>
              <a:rPr lang="pl-PL" sz="3200" b="1" i="0">
                <a:solidFill>
                  <a:srgbClr val="0065A3"/>
                </a:solidFill>
                <a:effectLst/>
                <a:latin typeface="ui-sans-serif"/>
              </a:rPr>
              <a:t>#</a:t>
            </a:r>
            <a:r>
              <a:rPr lang="pl-PL" sz="3200" b="1">
                <a:solidFill>
                  <a:schemeClr val="bg1"/>
                </a:solidFill>
                <a:latin typeface="ui-sans-serif"/>
              </a:rPr>
              <a:t>Model:</a:t>
            </a:r>
          </a:p>
          <a:p>
            <a:pPr algn="l"/>
            <a:r>
              <a:rPr lang="pl-PL" sz="3200" b="1">
                <a:latin typeface="ui-sans-serif"/>
              </a:rPr>
              <a:t>   </a:t>
            </a:r>
            <a:r>
              <a:rPr lang="pl-PL" sz="3200" b="1" err="1">
                <a:latin typeface="ui-sans-serif"/>
              </a:rPr>
              <a:t>LightGBM</a:t>
            </a:r>
            <a:endParaRPr lang="pl-PL" sz="3200" b="1">
              <a:latin typeface="ui-sans-serif"/>
            </a:endParaRPr>
          </a:p>
        </p:txBody>
      </p:sp>
      <p:sp>
        <p:nvSpPr>
          <p:cNvPr id="15" name="pole tekstowe 14">
            <a:extLst>
              <a:ext uri="{FF2B5EF4-FFF2-40B4-BE49-F238E27FC236}">
                <a16:creationId xmlns:a16="http://schemas.microsoft.com/office/drawing/2014/main" id="{4D106552-F19D-76E1-9F45-2AE32B91D25C}"/>
              </a:ext>
            </a:extLst>
          </p:cNvPr>
          <p:cNvSpPr txBox="1"/>
          <p:nvPr/>
        </p:nvSpPr>
        <p:spPr>
          <a:xfrm>
            <a:off x="9243463" y="1455053"/>
            <a:ext cx="2930236" cy="1077218"/>
          </a:xfrm>
          <a:prstGeom prst="rect">
            <a:avLst/>
          </a:prstGeom>
          <a:noFill/>
        </p:spPr>
        <p:txBody>
          <a:bodyPr wrap="square">
            <a:spAutoFit/>
          </a:bodyPr>
          <a:lstStyle/>
          <a:p>
            <a:pPr algn="l"/>
            <a:r>
              <a:rPr lang="pl-PL" sz="3200" b="1" i="0">
                <a:solidFill>
                  <a:srgbClr val="0065A3"/>
                </a:solidFill>
                <a:effectLst/>
                <a:latin typeface="ui-sans-serif"/>
              </a:rPr>
              <a:t>#</a:t>
            </a:r>
            <a:r>
              <a:rPr lang="pl-PL" sz="3200" b="1" i="0">
                <a:solidFill>
                  <a:schemeClr val="bg1"/>
                </a:solidFill>
                <a:effectLst/>
                <a:latin typeface="ui-sans-serif"/>
              </a:rPr>
              <a:t>Corr</a:t>
            </a:r>
            <a:r>
              <a:rPr lang="pl-PL" sz="3200" b="1">
                <a:solidFill>
                  <a:schemeClr val="bg1"/>
                </a:solidFill>
                <a:latin typeface="ui-sans-serif"/>
              </a:rPr>
              <a:t>:</a:t>
            </a:r>
          </a:p>
          <a:p>
            <a:pPr algn="l"/>
            <a:r>
              <a:rPr lang="pl-PL" sz="3200" b="1">
                <a:latin typeface="ui-sans-serif"/>
              </a:rPr>
              <a:t>   &gt; 80 </a:t>
            </a:r>
            <a:r>
              <a:rPr lang="pl-PL" sz="3200" b="1" err="1">
                <a:latin typeface="ui-sans-serif"/>
              </a:rPr>
              <a:t>removed</a:t>
            </a:r>
            <a:endParaRPr lang="pl-PL" sz="3200" b="1">
              <a:latin typeface="ui-sans-serif"/>
            </a:endParaRPr>
          </a:p>
        </p:txBody>
      </p:sp>
      <p:sp>
        <p:nvSpPr>
          <p:cNvPr id="16" name="pole tekstowe 15">
            <a:extLst>
              <a:ext uri="{FF2B5EF4-FFF2-40B4-BE49-F238E27FC236}">
                <a16:creationId xmlns:a16="http://schemas.microsoft.com/office/drawing/2014/main" id="{810F6E9F-52EF-7E90-5A2D-7710AF9298D6}"/>
              </a:ext>
            </a:extLst>
          </p:cNvPr>
          <p:cNvSpPr txBox="1"/>
          <p:nvPr/>
        </p:nvSpPr>
        <p:spPr>
          <a:xfrm>
            <a:off x="9243463" y="2583201"/>
            <a:ext cx="2930236" cy="2062103"/>
          </a:xfrm>
          <a:prstGeom prst="rect">
            <a:avLst/>
          </a:prstGeom>
          <a:noFill/>
        </p:spPr>
        <p:txBody>
          <a:bodyPr wrap="square">
            <a:spAutoFit/>
          </a:bodyPr>
          <a:lstStyle/>
          <a:p>
            <a:pPr algn="l"/>
            <a:r>
              <a:rPr lang="pl-PL" sz="3200" b="1" i="0">
                <a:solidFill>
                  <a:srgbClr val="0065A3"/>
                </a:solidFill>
                <a:effectLst/>
                <a:latin typeface="ui-sans-serif"/>
              </a:rPr>
              <a:t>#</a:t>
            </a:r>
            <a:r>
              <a:rPr lang="pl-PL" sz="3200" b="1" i="0">
                <a:solidFill>
                  <a:schemeClr val="bg1"/>
                </a:solidFill>
                <a:effectLst/>
                <a:latin typeface="ui-sans-serif"/>
              </a:rPr>
              <a:t>Sets</a:t>
            </a:r>
            <a:r>
              <a:rPr lang="pl-PL" sz="3200" b="1">
                <a:solidFill>
                  <a:schemeClr val="bg1"/>
                </a:solidFill>
                <a:latin typeface="ui-sans-serif"/>
              </a:rPr>
              <a:t>:</a:t>
            </a:r>
          </a:p>
          <a:p>
            <a:pPr algn="l"/>
            <a:r>
              <a:rPr lang="pl-PL" sz="3200" b="1">
                <a:latin typeface="ui-sans-serif"/>
              </a:rPr>
              <a:t>   80% Train</a:t>
            </a:r>
          </a:p>
          <a:p>
            <a:pPr algn="l"/>
            <a:r>
              <a:rPr lang="pl-PL" sz="3200" b="1">
                <a:latin typeface="ui-sans-serif"/>
              </a:rPr>
              <a:t>   10% Val</a:t>
            </a:r>
          </a:p>
          <a:p>
            <a:pPr algn="l"/>
            <a:r>
              <a:rPr lang="pl-PL" sz="3200" b="1">
                <a:latin typeface="ui-sans-serif"/>
              </a:rPr>
              <a:t>   10% </a:t>
            </a:r>
            <a:r>
              <a:rPr lang="pl-PL" sz="3200" b="1" err="1">
                <a:latin typeface="ui-sans-serif"/>
              </a:rPr>
              <a:t>Tests</a:t>
            </a:r>
            <a:endParaRPr lang="pl-PL" sz="3200" b="1">
              <a:latin typeface="ui-sans-serif"/>
            </a:endParaRPr>
          </a:p>
        </p:txBody>
      </p:sp>
      <p:sp>
        <p:nvSpPr>
          <p:cNvPr id="17" name="pole tekstowe 16">
            <a:extLst>
              <a:ext uri="{FF2B5EF4-FFF2-40B4-BE49-F238E27FC236}">
                <a16:creationId xmlns:a16="http://schemas.microsoft.com/office/drawing/2014/main" id="{EF66B0FE-2DA8-7E99-9F03-3871B21D9C9F}"/>
              </a:ext>
            </a:extLst>
          </p:cNvPr>
          <p:cNvSpPr txBox="1"/>
          <p:nvPr/>
        </p:nvSpPr>
        <p:spPr>
          <a:xfrm>
            <a:off x="9455274" y="4705113"/>
            <a:ext cx="2930236" cy="2554545"/>
          </a:xfrm>
          <a:prstGeom prst="rect">
            <a:avLst/>
          </a:prstGeom>
          <a:noFill/>
        </p:spPr>
        <p:txBody>
          <a:bodyPr wrap="square">
            <a:spAutoFit/>
          </a:bodyPr>
          <a:lstStyle/>
          <a:p>
            <a:pPr algn="l"/>
            <a:r>
              <a:rPr lang="pl-PL" sz="3200" b="1" err="1">
                <a:solidFill>
                  <a:schemeClr val="bg1"/>
                </a:solidFill>
                <a:latin typeface="ui-sans-serif"/>
              </a:rPr>
              <a:t>Synthetic</a:t>
            </a:r>
            <a:r>
              <a:rPr lang="pl-PL" sz="3200" b="1">
                <a:solidFill>
                  <a:schemeClr val="bg1"/>
                </a:solidFill>
                <a:latin typeface="ui-sans-serif"/>
              </a:rPr>
              <a:t> </a:t>
            </a:r>
            <a:r>
              <a:rPr lang="pl-PL" sz="3200" b="1" err="1">
                <a:solidFill>
                  <a:schemeClr val="bg1"/>
                </a:solidFill>
                <a:latin typeface="ui-sans-serif"/>
              </a:rPr>
              <a:t>Sampling</a:t>
            </a:r>
            <a:r>
              <a:rPr lang="pl-PL" sz="3200" b="1">
                <a:solidFill>
                  <a:schemeClr val="bg1"/>
                </a:solidFill>
                <a:latin typeface="ui-sans-serif"/>
              </a:rPr>
              <a:t>:</a:t>
            </a:r>
          </a:p>
          <a:p>
            <a:pPr algn="l"/>
            <a:r>
              <a:rPr lang="pl-PL" sz="3200" b="1">
                <a:solidFill>
                  <a:schemeClr val="bg1"/>
                </a:solidFill>
                <a:latin typeface="ui-sans-serif"/>
              </a:rPr>
              <a:t>  </a:t>
            </a:r>
            <a:r>
              <a:rPr lang="pl-PL" sz="3200" b="1" err="1">
                <a:latin typeface="ui-sans-serif"/>
              </a:rPr>
              <a:t>Smote</a:t>
            </a:r>
            <a:r>
              <a:rPr lang="pl-PL" sz="3200" b="1">
                <a:solidFill>
                  <a:schemeClr val="bg1"/>
                </a:solidFill>
                <a:latin typeface="ui-sans-serif"/>
              </a:rPr>
              <a:t> </a:t>
            </a:r>
          </a:p>
          <a:p>
            <a:pPr algn="l"/>
            <a:r>
              <a:rPr lang="pl-PL" sz="3200" b="1">
                <a:solidFill>
                  <a:schemeClr val="bg1"/>
                </a:solidFill>
                <a:latin typeface="ui-sans-serif"/>
              </a:rPr>
              <a:t>	</a:t>
            </a:r>
          </a:p>
          <a:p>
            <a:pPr algn="l"/>
            <a:r>
              <a:rPr lang="pl-PL" sz="3200" b="1">
                <a:latin typeface="ui-sans-serif"/>
              </a:rPr>
              <a:t>   </a:t>
            </a:r>
          </a:p>
        </p:txBody>
      </p:sp>
      <p:sp>
        <p:nvSpPr>
          <p:cNvPr id="18" name="Tytuł 1">
            <a:extLst>
              <a:ext uri="{FF2B5EF4-FFF2-40B4-BE49-F238E27FC236}">
                <a16:creationId xmlns:a16="http://schemas.microsoft.com/office/drawing/2014/main" id="{4635DC67-9FEF-2018-2949-B7BB0F9E2D86}"/>
              </a:ext>
            </a:extLst>
          </p:cNvPr>
          <p:cNvSpPr txBox="1">
            <a:spLocks/>
          </p:cNvSpPr>
          <p:nvPr/>
        </p:nvSpPr>
        <p:spPr>
          <a:xfrm>
            <a:off x="307997" y="900383"/>
            <a:ext cx="8021892" cy="2729868"/>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a:latin typeface="ui-sans-serif"/>
              </a:rPr>
              <a:t>Evaluation on Edited Data with fine tuned parameters</a:t>
            </a:r>
            <a:r>
              <a:rPr lang="pl-PL" b="1">
                <a:latin typeface="ui-sans-serif"/>
              </a:rPr>
              <a:t> with </a:t>
            </a:r>
            <a:r>
              <a:rPr lang="pl-PL" b="1" err="1">
                <a:latin typeface="ui-sans-serif"/>
              </a:rPr>
              <a:t>Outliners</a:t>
            </a:r>
            <a:r>
              <a:rPr lang="pl-PL" b="1">
                <a:latin typeface="ui-sans-serif"/>
              </a:rPr>
              <a:t> </a:t>
            </a:r>
            <a:r>
              <a:rPr lang="pl-PL" b="1" err="1">
                <a:latin typeface="ui-sans-serif"/>
              </a:rPr>
              <a:t>Removal</a:t>
            </a:r>
            <a:br>
              <a:rPr lang="pl-PL" b="1">
                <a:latin typeface="ui-sans-serif"/>
              </a:rPr>
            </a:br>
            <a:endParaRPr lang="pl-PL"/>
          </a:p>
        </p:txBody>
      </p:sp>
    </p:spTree>
    <p:extLst>
      <p:ext uri="{BB962C8B-B14F-4D97-AF65-F5344CB8AC3E}">
        <p14:creationId xmlns:p14="http://schemas.microsoft.com/office/powerpoint/2010/main" val="1978873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5AEA46DD-8B29-B62B-4890-6B961BA278EB}"/>
              </a:ext>
            </a:extLst>
          </p:cNvPr>
          <p:cNvSpPr txBox="1"/>
          <p:nvPr/>
        </p:nvSpPr>
        <p:spPr>
          <a:xfrm>
            <a:off x="771896" y="1228397"/>
            <a:ext cx="10648208" cy="4401205"/>
          </a:xfrm>
          <a:prstGeom prst="rect">
            <a:avLst/>
          </a:prstGeom>
          <a:noFill/>
        </p:spPr>
        <p:txBody>
          <a:bodyPr wrap="square">
            <a:spAutoFit/>
          </a:bodyPr>
          <a:lstStyle/>
          <a:p>
            <a:r>
              <a:rPr lang="en-US" sz="2800" b="1">
                <a:latin typeface="ui-sans-serif"/>
              </a:rPr>
              <a:t>Conclusions:</a:t>
            </a:r>
            <a:endParaRPr lang="en-US" sz="2800">
              <a:latin typeface="ui-sans-serif"/>
            </a:endParaRPr>
          </a:p>
          <a:p>
            <a:pPr>
              <a:buFont typeface="+mj-lt"/>
              <a:buAutoNum type="arabicPeriod"/>
            </a:pPr>
            <a:r>
              <a:rPr lang="pl-PL" sz="2800">
                <a:latin typeface="ui-sans-serif"/>
              </a:rPr>
              <a:t> </a:t>
            </a:r>
            <a:r>
              <a:rPr lang="en-US" sz="2800">
                <a:latin typeface="ui-sans-serif"/>
              </a:rPr>
              <a:t>If the goal is to identify as many companies that are likely to go bankrupt as possible (minimizing false negatives), a model with higher </a:t>
            </a:r>
            <a:r>
              <a:rPr lang="en-US" sz="2800" b="1">
                <a:latin typeface="ui-sans-serif"/>
              </a:rPr>
              <a:t>recall</a:t>
            </a:r>
            <a:r>
              <a:rPr lang="en-US" sz="2800">
                <a:latin typeface="ui-sans-serif"/>
              </a:rPr>
              <a:t> will be better. It may include more false positives, but it reduces the chance of missing bankruptcies.</a:t>
            </a:r>
            <a:endParaRPr lang="pl-PL" sz="2800">
              <a:latin typeface="ui-sans-serif"/>
            </a:endParaRPr>
          </a:p>
          <a:p>
            <a:pPr>
              <a:buFont typeface="+mj-lt"/>
              <a:buAutoNum type="arabicPeriod"/>
            </a:pPr>
            <a:endParaRPr lang="en-US" sz="2800">
              <a:latin typeface="ui-sans-serif"/>
            </a:endParaRPr>
          </a:p>
          <a:p>
            <a:r>
              <a:rPr lang="pl-PL" sz="2800">
                <a:latin typeface="ui-sans-serif"/>
              </a:rPr>
              <a:t>2. </a:t>
            </a:r>
            <a:r>
              <a:rPr lang="en-US" sz="2800">
                <a:latin typeface="ui-sans-serif"/>
              </a:rPr>
              <a:t>If the priority is to ensure that every bankruptcy prediction is highly reliable (minimizing false positives), a model with higher </a:t>
            </a:r>
            <a:r>
              <a:rPr lang="en-US" sz="2800" b="1">
                <a:latin typeface="ui-sans-serif"/>
              </a:rPr>
              <a:t>precision</a:t>
            </a:r>
            <a:r>
              <a:rPr lang="en-US" sz="2800">
                <a:latin typeface="ui-sans-serif"/>
              </a:rPr>
              <a:t> is preferred. This may miss some bankruptcies but ensures that predicted bankruptcies are more likely to be accurate</a:t>
            </a:r>
          </a:p>
        </p:txBody>
      </p:sp>
    </p:spTree>
    <p:extLst>
      <p:ext uri="{BB962C8B-B14F-4D97-AF65-F5344CB8AC3E}">
        <p14:creationId xmlns:p14="http://schemas.microsoft.com/office/powerpoint/2010/main" val="3215567446"/>
      </p:ext>
    </p:extLst>
  </p:cSld>
  <p:clrMapOvr>
    <a:masterClrMapping/>
  </p:clrMapOvr>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15</Slides>
  <Notes>14</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Motyw pakietu Office</vt:lpstr>
      <vt:lpstr>Taiwanese Bankruptcy Prediction </vt:lpstr>
      <vt:lpstr>Binary Classification Problem  </vt:lpstr>
      <vt:lpstr>PowerPoint Presentation</vt:lpstr>
      <vt:lpstr>Disproportion between classes</vt:lpstr>
      <vt:lpstr>Challenges of Evaluating  Imbalanced Classes in Binary Classification </vt:lpstr>
      <vt:lpstr>First Evaluation on Raw Data  Algoritm : LightGBM </vt:lpstr>
      <vt:lpstr>Data Preparation Process </vt:lpstr>
      <vt:lpstr> </vt:lpstr>
      <vt:lpstr>Things worth mentioning that led us to the best results</vt:lpstr>
      <vt:lpstr> </vt:lpstr>
      <vt:lpstr>PowerPoint Presentation</vt:lpstr>
      <vt:lpstr>   </vt:lpstr>
      <vt:lpstr>   Rows before removing outliers: 6819 Rows after removing outliers: 4850 </vt:lpstr>
      <vt:lpstr>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Jakub Poznański</dc:creator>
  <cp:revision>1</cp:revision>
  <dcterms:created xsi:type="dcterms:W3CDTF">2025-01-20T18:53:02Z</dcterms:created>
  <dcterms:modified xsi:type="dcterms:W3CDTF">2025-01-22T09:23:50Z</dcterms:modified>
</cp:coreProperties>
</file>